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10416629" y="4445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6889750" y="2667000"/>
            <a:ext cx="4913411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What is the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Soil Food Web?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3939629" y="762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4927600"/>
            <a:ext cx="2691407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Nutrient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Cycling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60000">
            <a:off x="7495629" y="381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980285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609600"/>
            <a:ext cx="4133155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Formation of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10797232" y="3302000"/>
            <a:ext cx="577850" cy="1651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0" y="5562600"/>
            <a:ext cx="12192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Weed Suppression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6352232" y="3556000"/>
            <a:ext cx="577850" cy="1651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0" y="254000"/>
            <a:ext cx="12192000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Inhibiting Pests</a:t>
            </a:r>
          </a:p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7940278" y="762000"/>
            <a:ext cx="711200" cy="2032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4838700"/>
            <a:ext cx="4255095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Sequestering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Carbon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