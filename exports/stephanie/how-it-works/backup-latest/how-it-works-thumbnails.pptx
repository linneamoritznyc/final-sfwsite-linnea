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10416629" y="4445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6731000" y="2667000"/>
            <a:ext cx="4913411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What is the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Soil Food Web?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3939629" y="762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4927600"/>
            <a:ext cx="2691407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Nutrient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Cycling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60000">
            <a:off x="7495629" y="381000"/>
            <a:ext cx="666750" cy="1905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4980285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609600"/>
            <a:ext cx="4133155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Formation of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10797232" y="3302000"/>
            <a:ext cx="577850" cy="1651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0" y="5562600"/>
            <a:ext cx="12192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Weed Suppression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6352232" y="3556000"/>
            <a:ext cx="577850" cy="1651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0" y="254000"/>
            <a:ext cx="12192000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Inhibiting Pests</a:t>
            </a:r>
          </a:p>
          <a:p>
            <a:pPr algn="ctr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&amp; Diseases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llustration" descr="fi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af sprig" descr="spri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0000">
            <a:off x="7940278" y="762000"/>
            <a:ext cx="711200" cy="2032000"/>
          </a:xfrm>
          <a:prstGeom prst="rect">
            <a:avLst/>
          </a:prstGeom>
        </p:spPr>
      </p:pic>
      <p:pic>
        <p:nvPicPr>
          <p:cNvPr id="4" name="School logo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609600"/>
            <a:ext cx="1460500" cy="1268114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16000" y="4838700"/>
            <a:ext cx="4255095" cy="132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Sequestering</a:t>
            </a:r>
          </a:p>
          <a:p>
            <a:pPr algn="l">
              <a:lnSpc>
                <a:spcPts val="5200"/>
              </a:lnSpc>
            </a:pPr>
            <a:r>
              <a:rPr b="1" sz="4800">
                <a:solidFill>
                  <a:srgbClr val="FFFFFF"/>
                </a:solidFill>
                <a:latin typeface="Montserrat"/>
              </a:rPr>
              <a:t>Carbon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