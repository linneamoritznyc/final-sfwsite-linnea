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1: What is the Soil Food Web?</a:t>
            </a:r>
          </a:p>
          <a:p>
            <a:r>
              <a:t>Version 6 (latest): SFW green palette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1: What is the Soil Food Web?</a:t>
            </a:r>
          </a:p>
          <a:p>
            <a:r>
              <a:t>Version 5: six compositions, cream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1: What is the Soil Food Web?</a:t>
            </a:r>
          </a:p>
          <a:p>
            <a:r>
              <a:t>Version 4: nano-banana,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1: What is the Soil Food Web?</a:t>
            </a:r>
          </a:p>
          <a:p>
            <a:r>
              <a:t>Version 3: Kontext plants,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1: What is the Soil Food Web?</a:t>
            </a:r>
          </a:p>
          <a:p>
            <a:r>
              <a:t>Version 2: hero plants,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1: What is the Soil Food Web?</a:t>
            </a:r>
          </a:p>
          <a:p>
            <a:r>
              <a:t>Version 1: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1: What is the Soil Food Web?</a:t>
            </a:r>
          </a:p>
          <a:p>
            <a:r>
              <a:t>Early gouache version A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1: What is the Soil Food Web?</a:t>
            </a:r>
          </a:p>
          <a:p>
            <a:r>
              <a:t>Early gouache version B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1: What is the Soil Food Web?</a:t>
            </a:r>
          </a:p>
          <a:p>
            <a:r>
              <a:t>Early gouache version C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2: Nutrient Cycling</a:t>
            </a:r>
          </a:p>
          <a:p>
            <a:r>
              <a:t>Version 6 (latest): SFW green palette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2: Nutrient Cycling</a:t>
            </a:r>
          </a:p>
          <a:p>
            <a:r>
              <a:t>Version 5: six compositions, cream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2: Nutrient Cycling</a:t>
            </a:r>
          </a:p>
          <a:p>
            <a:r>
              <a:t>Version 4: nano-banana,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2: Nutrient Cycling</a:t>
            </a:r>
          </a:p>
          <a:p>
            <a:r>
              <a:t>Version 3: Kontext plants,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2: Nutrient Cycling</a:t>
            </a:r>
          </a:p>
          <a:p>
            <a:r>
              <a:t>Version 2: hero plants,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2: Nutrient Cycling</a:t>
            </a:r>
          </a:p>
          <a:p>
            <a:r>
              <a:t>Version 1: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2: Nutrient Cycling</a:t>
            </a:r>
          </a:p>
          <a:p>
            <a:r>
              <a:t>Early gouache version A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2: Nutrient Cycling</a:t>
            </a:r>
          </a:p>
          <a:p>
            <a:r>
              <a:t>Early gouache version B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2: Nutrient Cycling</a:t>
            </a:r>
          </a:p>
          <a:p>
            <a:r>
              <a:t>Early gouache version C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3: Formation of Structure</a:t>
            </a:r>
          </a:p>
          <a:p>
            <a:r>
              <a:t>Version 6 (latest): SFW green palette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3: Formation of Structure</a:t>
            </a:r>
          </a:p>
          <a:p>
            <a:r>
              <a:t>Version 5: six compositions, cream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3: Formation of Structure</a:t>
            </a:r>
          </a:p>
          <a:p>
            <a:r>
              <a:t>Version 4: nano-banana,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3: Formation of Structure</a:t>
            </a:r>
          </a:p>
          <a:p>
            <a:r>
              <a:t>Version 3: Kontext plants,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3: Formation of Structure</a:t>
            </a:r>
          </a:p>
          <a:p>
            <a:r>
              <a:t>Version 2: hero plants,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3: Formation of Structure</a:t>
            </a:r>
          </a:p>
          <a:p>
            <a:r>
              <a:t>Version 1: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3: Formation of Structure</a:t>
            </a:r>
          </a:p>
          <a:p>
            <a:r>
              <a:t>Early gouache version A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3: Formation of Structure</a:t>
            </a:r>
          </a:p>
          <a:p>
            <a:r>
              <a:t>Early gouache version B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3: Formation of Structure</a:t>
            </a:r>
          </a:p>
          <a:p>
            <a:r>
              <a:t>Early gouache version C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Version 6 (latest): SFW green palette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Version 5: six compositions, cream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Version 4: nano-banana,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Version 3: Kontext plants,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Version 2: hero plants,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Version 1: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Early gouache version A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Early gouache version B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Early gouache version C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dandelion + seedling (favourite)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weed patch + corn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flow layout, redrawn roots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flow layout option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flow layout option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flow layout option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flow layout option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flow layout option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freestyle design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freestyle design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freestyle design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freestyle design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freestyle design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4: Weed Suppression</a:t>
            </a:r>
          </a:p>
          <a:p>
            <a:r>
              <a:t>Weed Suppression: vector trial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5: Inhibiting Pests &amp; Diseases</a:t>
            </a:r>
          </a:p>
          <a:p>
            <a:r>
              <a:t>Version 6 (latest): SFW green palette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5: Inhibiting Pests &amp; Diseases</a:t>
            </a:r>
          </a:p>
          <a:p>
            <a:r>
              <a:t>Version 5: six compositions, cream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5: Inhibiting Pests &amp; Diseases</a:t>
            </a:r>
          </a:p>
          <a:p>
            <a:r>
              <a:t>Version 4: nano-banana,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5: Inhibiting Pests &amp; Diseases</a:t>
            </a:r>
          </a:p>
          <a:p>
            <a:r>
              <a:t>Version 3: Kontext plants,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5: Inhibiting Pests &amp; Diseases</a:t>
            </a:r>
          </a:p>
          <a:p>
            <a:r>
              <a:t>Version 2: hero plants,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5: Inhibiting Pests &amp; Diseases</a:t>
            </a:r>
          </a:p>
          <a:p>
            <a:r>
              <a:t>Version 1: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5: Inhibiting Pests &amp; Diseases</a:t>
            </a:r>
          </a:p>
          <a:p>
            <a:r>
              <a:t>Early gouache version A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5: Inhibiting Pests &amp; Diseases</a:t>
            </a:r>
          </a:p>
          <a:p>
            <a:r>
              <a:t>Early gouache version B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5: Inhibiting Pests &amp; Diseases</a:t>
            </a:r>
          </a:p>
          <a:p>
            <a:r>
              <a:t>Early gouache version C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6: Sequestering Carbon</a:t>
            </a:r>
          </a:p>
          <a:p>
            <a:r>
              <a:t>Version 6 (latest): SFW green palette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6: Sequestering Carbon</a:t>
            </a:r>
          </a:p>
          <a:p>
            <a:r>
              <a:t>Version 5: six compositions, cream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6: Sequestering Carbon</a:t>
            </a:r>
          </a:p>
          <a:p>
            <a:r>
              <a:t>Version 4: nano-banana,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6: Sequestering Carbon</a:t>
            </a:r>
          </a:p>
          <a:p>
            <a:r>
              <a:t>Version 3: Kontext plants,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6: Sequestering Carbon</a:t>
            </a:r>
          </a:p>
          <a:p>
            <a:r>
              <a:t>Version 2: hero plants,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6: Sequestering Carbon</a:t>
            </a:r>
          </a:p>
          <a:p>
            <a:r>
              <a:t>Version 1: shared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6: Sequestering Carbon</a:t>
            </a:r>
          </a:p>
          <a:p>
            <a:r>
              <a:t>Early gouache version A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6: Sequestering Carbon</a:t>
            </a:r>
          </a:p>
          <a:p>
            <a:r>
              <a:t>Early gouache version B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6: Sequestering Carbon</a:t>
            </a:r>
          </a:p>
          <a:p>
            <a:r>
              <a:t>Early gouache version C (original site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71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72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1.xml"/><Relationship Id="rId4" Type="http://schemas.openxmlformats.org/officeDocument/2006/relationships/image" Target="../media/image75.png"/><Relationship Id="rId5" Type="http://schemas.openxmlformats.org/officeDocument/2006/relationships/image" Target="../media/image74.png"/><Relationship Id="rId6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60.xml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20000">
            <a:off x="10416629" y="4445000"/>
            <a:ext cx="666750" cy="1905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6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6731000" y="2667000"/>
            <a:ext cx="4913411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What is the</a:t>
            </a:r>
          </a:p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Soil Food Web?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 What is the Soil Food Web? - Version 5: six compositions, cream" descr="89ad8c6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 What is the Soil Food Web? - Version 4: nano-banana, shared template" descr="e787c5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 What is the Soil Food Web? - Version 3: Kontext plants, shared template" descr="46acf2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 What is the Soil Food Web? - Version 2: hero plants, shared template" descr="0b2ed23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 What is the Soil Food Web? - Version 1: shared template" descr="2e0d8c4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 What is the Soil Food Web? - Early gouache version A (original site panel)" descr="g-1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 What is the Soil Food Web? - Early gouache version B (original site panel)" descr="g-1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 What is the Soil Food Web? - Early gouache version C (original site panel)" descr="g-1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0">
            <a:off x="3939629" y="762000"/>
            <a:ext cx="666750" cy="1905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1016000" y="4927600"/>
            <a:ext cx="2691407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Nutrient</a:t>
            </a:r>
          </a:p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Cycling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 Nutrient Cycling - Version 5: six compositions, cream" descr="89ad8c6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 Nutrient Cycling - Version 4: nano-banana, shared template" descr="e787c51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 Nutrient Cycling - Version 3: Kontext plants, shared template" descr="46acf2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 Nutrient Cycling - Version 2: hero plants, shared template" descr="0b2ed23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 Nutrient Cycling - Version 1: shared template" descr="2e0d8c4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 Nutrient Cycling - Early gouache version A (original site panel)" descr="g-2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 Nutrient Cycling - Early gouache version B (original site panel)" descr="g-2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 Nutrient Cycling - Early gouache version C (original site panel)" descr="g-2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60000">
            <a:off x="7495629" y="381000"/>
            <a:ext cx="666750" cy="1905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600" y="4980285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1016000" y="609600"/>
            <a:ext cx="4133155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Formation of</a:t>
            </a:r>
          </a:p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Structure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 Formation of Structure - Version 5: six compositions, cream" descr="89ad8c6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 Formation of Structure - Version 4: nano-banana, shared template" descr="e787c51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 Formation of Structure - Version 3: Kontext plants, shared template" descr="46acf2e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 Formation of Structure - Version 2: hero plants, shared template" descr="0b2ed23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 Formation of Structure - Version 1: shared template" descr="2e0d8c4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 Formation of Structure - Early gouache version A (original site panel)" descr="g-3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 Formation of Structure - Early gouache version B (original site panel)" descr="g-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 Formation of Structure - Early gouache version C (original site panel)" descr="g-3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0000">
            <a:off x="10797232" y="3302000"/>
            <a:ext cx="577850" cy="1651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6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0" y="5562600"/>
            <a:ext cx="121920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Weed Suppression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Version 5: six compositions, cream" descr="89ad8c6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Version 4: nano-banana, shared template" descr="e787c51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Version 3: Kontext plants, shared template" descr="46acf2e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Version 2: hero plants, shared template" descr="46acf2e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Version 1: shared template" descr="2e0d8c4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Early gouache version A (original site panel)" descr="g-4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Early gouache version B (original site panel)" descr="g-4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Early gouache version C (original site panel)" descr="g-4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dandelion + seedling (favourite)" descr="x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weed patch + corn" descr="x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flow layout, redrawn roots" descr="x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flow layout option 1" descr="x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flow layout option 2" descr="x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flow layout option 3" descr="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flow layout option 4" descr="x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flow layout option 5" descr="x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freestyle design 1" descr="x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freestyle design 2" descr="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freestyle design 3" descr="x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freestyle design 4" descr="x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freestyle design 5" descr="x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 Weed Suppression - Weed Suppression: vector trial" descr="x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40000">
            <a:off x="6352232" y="3556000"/>
            <a:ext cx="577850" cy="1651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0" y="254000"/>
            <a:ext cx="12192000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Inhibiting Pests</a:t>
            </a:r>
          </a:p>
          <a:p>
            <a:pPr algn="ctr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&amp; Diseases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 Inhibiting Pests &amp; Diseases - Version 5: six compositions, cream" descr="89ad8c6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 Inhibiting Pests &amp; Diseases - Version 4: nano-banana, shared template" descr="e787c51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 Inhibiting Pests &amp; Diseases - Version 3: Kontext plants, shared template" descr="46acf2e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 Inhibiting Pests &amp; Diseases - Version 2: hero plants, shared template" descr="0b2ed23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 Inhibiting Pests &amp; Diseases - Version 1: shared template" descr="2e0d8c4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 Inhibiting Pests &amp; Diseases - Early gouache version A (original site panel)" descr="g-5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 Inhibiting Pests &amp; Diseases - Early gouache version B (original site panel)" descr="g-5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 Inhibiting Pests &amp; Diseases - Early gouache version C (original site panel)" descr="g-5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20000">
            <a:off x="7940278" y="762000"/>
            <a:ext cx="711200" cy="2032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6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1016000" y="4838700"/>
            <a:ext cx="4255095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Sequestering</a:t>
            </a:r>
          </a:p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Carbon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 Sequestering Carbon - Version 5: six compositions, cream" descr="89ad8c6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 Sequestering Carbon - Version 4: nano-banana, shared template" descr="e787c5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 Sequestering Carbon - Version 3: Kontext plants, shared template" descr="46acf2e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 Sequestering Carbon - Version 2: hero plants, shared template" descr="0b2ed23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 Sequestering Carbon - Version 1: shared template" descr="2e0d8c4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 Sequestering Carbon - Early gouache version A (original site panel)" descr="g-6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 Sequestering Carbon - Early gouache version B (original site panel)" descr="g-6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 Sequestering Carbon - Early gouache version C (original site panel)" descr="g-6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