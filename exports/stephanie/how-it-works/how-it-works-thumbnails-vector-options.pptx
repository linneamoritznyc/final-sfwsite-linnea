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Soil Food Web?, option A: Close-up: root tip with bacteria, fungi, a protozoan and a nematode, on Soil Brown.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Soil Food Web?, option B: Bean plant on Food Web Green, magnifier on its root zone.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Nutrient Cycling, option A: Close-up: protozoan eats bacteria, nutrients flow to the root hair.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Nutrient Cycling, option B: Lettuce on Organic Cream, magnifier on the nutrient loop.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Formation of Structure, option A: Soil crumbs glued by bacteria, woven by fungal threads, on Soil Brown.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Formation of Structure, option B: The same crumbs as a specimen on Food Web Green.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A: Weeds in bacterial soil vs corn in fungal soil; cream and green sky like the reference.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B: Same, Food Web Green sky.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C: Same, Organic Cream sky.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A: Close-up: root sleeved in beneficials, pathogen kept out, on Soil Brown.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B: The same as a specimen on Food Web Green.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C: Tomato on Organic Cream, magnifier on its root zone.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Sequestering Carbon, option A: Oak on Food Web Green: carbon flows down roots and fungal threads into dark soil clumps.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Sequestering Carbon, option B: Same, Organic Cream sky. Vector illustration (no AI image generation).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hat-is-the-soil-food-web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3845123" cy="2209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What is the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Soil Food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Web?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hat-is-the-soil-food-web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5013424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What is the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Soil Food Web?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nutrient-cycling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461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4885690"/>
            <a:ext cx="288399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Nutrient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Cycling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nutrient-cycling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288399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Nutrient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Cycling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formation-of-structure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26581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Formation of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formation-of-structure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26581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Formation of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eed-suppression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461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08305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Weed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Suppression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eed-suppression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461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08305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Weed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Suppression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eed-suppression-C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eed-suppression-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461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08305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Weed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Suppression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inhibiting-pests-and-diseases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513328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Inhibiting Pests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inhibiting-pests-and-diseases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513328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Inhibiting Pests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inhibiting-pests-and-diseases-C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513328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Inhibiting Pests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sequestering-carbon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983909" y="370840"/>
            <a:ext cx="438259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Sequestering</a:t>
            </a:r>
          </a:p>
          <a:p>
            <a:pPr algn="r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Carbon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sequestering-carbon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983909" y="370840"/>
            <a:ext cx="438259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Sequestering</a:t>
            </a:r>
          </a:p>
          <a:p>
            <a:pPr algn="r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Carbon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