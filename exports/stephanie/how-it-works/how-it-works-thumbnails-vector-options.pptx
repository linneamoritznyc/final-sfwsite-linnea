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is the Soil Food Web?, option A: Close-up: root tip with bacteria, fungi, a protozoan and a nematode.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is the Soil Food Web?, option B: Bean plant with a magnifier on its root zone.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Nutrient Cycling, option A: Close-up: protozoan eats bacteria, nutrients flow to the root hair.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Nutrient Cycling, option B: Lettuce with a magnifier on the nutrient loop.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Formation of Structure, option A: Soil crumbs glued by bacteria, woven by fungal threads.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Formation of Structure, option B: The same crumbs as a specimen on cream.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Weed Suppression, option A: Weeds in bacterial soil vs corn in fungal soil, cream sky.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Weed Suppression, option B: Same, cream and deep green sky like the reference.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Weed Suppression, option C: Same, pale green sky.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Inhibiting Pests &amp; Diseases, option A: Close-up: root sleeved in beneficials, pathogen kept out.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Inhibiting Pests &amp; Diseases, option B: The same as a specimen on cream.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Inhibiting Pests &amp; Diseases, option C: Tomato with a magnifier on its root zone.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Sequestering Carbon, option A: Oak: carbon flows down the roots and fungal threads into dark soil clumps.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Sequestering Carbon, option B: Same, cream sky.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what-is-the-soil-food-web-A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3845123" cy="22098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What is the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Soil Food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Web?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what-is-the-soil-food-web-B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5013424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What is the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Soil Food Web?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nutrient-cycling-A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461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4885690"/>
            <a:ext cx="288399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Nutrient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Cycling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nutrient-cycling-B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288399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Nutrient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Cycling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formation-of-structure-A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426581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Formation of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Structure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formation-of-structure-B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formation-of-structure-B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426581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Formation of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Structure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weed-suppression-A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formation-of-structure-B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461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408305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Weed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Suppression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weed-suppression-B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461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408305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Weed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Suppression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weed-suppression-C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formation-of-structure-B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461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408305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Weed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Suppression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inhibiting-pests-and-diseases-A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513328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Inhibiting Pests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&amp; Diseases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inhibiting-pests-and-diseases-B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formation-of-structure-B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513328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Inhibiting Pests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&amp; Diseases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inhibiting-pests-and-diseases-C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513328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Inhibiting Pests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&amp; Diseases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sequestering-carbon-A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6983909" y="370840"/>
            <a:ext cx="438259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Sequestering</a:t>
            </a:r>
          </a:p>
          <a:p>
            <a:pPr algn="r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Carbon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sequestering-carbon-B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6983909" y="370840"/>
            <a:ext cx="438259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Sequestering</a:t>
            </a:r>
          </a:p>
          <a:p>
            <a:pPr algn="r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Carbon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