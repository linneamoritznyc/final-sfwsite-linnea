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A: Close-up: root tip with bacteria, fungi, a protozoan and a nematode, on Soil Brown.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B: Bean plant on Food Web Green, magnifier on its root zone.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D: SFW wave layout: lifeless compacted soil vs a bean in living soil with its food web.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A: Close-up: protozoan eats bacteria, nutrients flow to the root hair.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B: Lettuce on Organic Cream, magnifier on the nutrient loop.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D: SFW wave layout: yellowing lettuce vs a lush lettuce with the nutrient cycle at its roots.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A: Soil crumbs glued by bacteria, woven by fungal threads, on Soil Brown.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B: The same crumbs as a specimen on Food Web Green.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D: SFW wave layout: compacted soil with standing water vs crumbly aggregates woven by fungi.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A: Weeds in bacterial soil vs corn in fungal soil; cream and green sky like the reference.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B: Same, Food Web Green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C: Same, Organic Cream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D: SFW wave layout: weeds in bacterial soil vs corn in fungal soil.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E: Close-up: a seedling root wrapped in a mycorrhizal fungal net.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A: Close-up: root sleeved in beneficials, pathogen kept out, on Soil Brown.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B: The same as a specimen on Food Web Green.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C: Tomato on Organic Cream, magnifier on its root zone.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D: SFW wave layout: wilting plant among pathogens vs a tomato whose roots are covered by beneficials.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A: Oak on Food Web Green: carbon flows down roots and fungal threads into dark soil clumps.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B: Same, Organic Cream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D: SFW wave layout: bare soil losing carbon to the air vs an oak sending carbon down into the soil.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3845123" cy="2209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Soil Food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013424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D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013424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488569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D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D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C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D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E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C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D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983909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983909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D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Sequestering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