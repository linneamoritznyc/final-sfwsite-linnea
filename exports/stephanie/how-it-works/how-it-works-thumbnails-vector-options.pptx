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the Soil Food Web?, option A: Close-up: root tip with bacteria, fungi, a protozoan and a nematode, on Soil Brown.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the Soil Food Web?, option B: Bean plant on Food Web Green, magnifier on its root zone.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Nutrient Cycling, option A: Close-up: protozoan eats bacteria, nutrients flow to the root hair.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Nutrient Cycling, option B: Lettuce on Organic Cream, magnifier on the nutrient loop.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Formation of Structure, option A: Soil crumbs glued by bacteria, woven by fungal threads, on Soil Brown.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Formation of Structure, option B: The same crumbs as a specimen on Food Web Green.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A: Weeds in bacterial soil vs corn in fungal soil; cream and green sky like the reference.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B: Same, Food Web Green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 Suppression, option C: Same, Organic Cream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A: Close-up: root sleeved in beneficials, pathogen kept out, on Soil Brown.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B: The same as a specimen on Food Web Green.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Inhibiting Pests &amp; Diseases, option C: Tomato on Organic Cream, magnifier on its root zone.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Sequestering Carbon, option A: Oak on Food Web Green: carbon flows down roots and fungal threads into dark soil clumps.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Sequestering Carbon, option B: Same, Organic Cream sky. Vector illustration (no AI image generation).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hat-is-the-soil-food-web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3845123" cy="22098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Soil Food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Web?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hat-is-the-soil-food-web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013424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nutrient-cycling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4885690"/>
            <a:ext cx="28839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Nutrient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nutrient-cycling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28839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Nutrient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formation-of-structure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26581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formation-of-structure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26581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weed-suppression-C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eed-suppression-C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461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408305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Weed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Suppression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inhibiting-pests-and-diseases-C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825500" y="370840"/>
            <a:ext cx="5133280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Inhibiting Pests</a:t>
            </a:r>
          </a:p>
          <a:p>
            <a:pPr algn="l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sequestering-carbon-A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983909" y="370840"/>
            <a:ext cx="43825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50"/>
              </a:lnSpc>
            </a:pPr>
            <a:r>
              <a:rPr b="1" sz="4600">
                <a:solidFill>
                  <a:srgbClr val="FFFFFF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twork" descr="sequestering-carbon-B-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 descr="what-is-the-soil-food-web-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" y="5232400"/>
            <a:ext cx="1244600" cy="10795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983909" y="370840"/>
            <a:ext cx="4382591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Sequestering</a:t>
            </a:r>
          </a:p>
          <a:p>
            <a:pPr algn="r">
              <a:lnSpc>
                <a:spcPts val="5250"/>
              </a:lnSpc>
            </a:pPr>
            <a:r>
              <a:rPr b="1" sz="4600">
                <a:solidFill>
                  <a:srgbClr val="156826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