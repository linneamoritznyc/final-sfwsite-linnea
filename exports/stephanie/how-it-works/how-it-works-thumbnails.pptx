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80000">
            <a:off x="6032500" y="4064000"/>
            <a:ext cx="850900" cy="2413000"/>
          </a:xfrm>
          <a:prstGeom prst="rect">
            <a:avLst/>
          </a:prstGeom>
        </p:spPr>
      </p:pic>
      <p:pic>
        <p:nvPicPr>
          <p:cNvPr id="4" name="School logo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207000"/>
            <a:ext cx="1460500" cy="1268192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61000" y="774700"/>
            <a:ext cx="5715000" cy="146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11176000" y="3556000"/>
            <a:ext cx="895350" cy="2540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5207000"/>
            <a:ext cx="1460500" cy="127305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1016000" y="901700"/>
            <a:ext cx="5715000" cy="146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Nutrient</a:t>
            </a:r>
          </a:p>
          <a:p>
            <a:pPr algn="l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40000">
            <a:off x="10922000" y="254000"/>
            <a:ext cx="736600" cy="2095500"/>
          </a:xfrm>
          <a:prstGeom prst="rect">
            <a:avLst/>
          </a:prstGeom>
        </p:spPr>
      </p:pic>
      <p:pic>
        <p:nvPicPr>
          <p:cNvPr id="4" name="School logo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207000"/>
            <a:ext cx="1460500" cy="1268192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1016000" y="711200"/>
            <a:ext cx="5715000" cy="146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5588000" y="4826000"/>
            <a:ext cx="666750" cy="1905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609600"/>
            <a:ext cx="1460500" cy="127305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61000" y="622300"/>
            <a:ext cx="5715000" cy="146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Weed</a:t>
            </a:r>
          </a:p>
          <a:p>
            <a:pPr algn="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4381500" y="4064000"/>
            <a:ext cx="895350" cy="2540000"/>
          </a:xfrm>
          <a:prstGeom prst="rect">
            <a:avLst/>
          </a:prstGeom>
        </p:spPr>
      </p:pic>
      <p:pic>
        <p:nvPicPr>
          <p:cNvPr id="4" name="School logo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635000"/>
            <a:ext cx="1460500" cy="1268192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61000" y="711200"/>
            <a:ext cx="5715000" cy="146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10922000" y="3556000"/>
            <a:ext cx="850900" cy="2413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5207000"/>
            <a:ext cx="1460500" cy="127305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61000" y="774700"/>
            <a:ext cx="5715000" cy="146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