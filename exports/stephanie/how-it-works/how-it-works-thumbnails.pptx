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1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9450"/>
            <a:ext cx="12192000" cy="490855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4679950"/>
            <a:ext cx="787400" cy="217805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206500" cy="1051655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6350000" y="590550"/>
            <a:ext cx="48641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2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9450"/>
            <a:ext cx="12192000" cy="490855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4679950"/>
            <a:ext cx="787400" cy="217805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206500" cy="1051655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6350000" y="590550"/>
            <a:ext cx="48641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Nutrient</a:t>
            </a:r>
          </a:p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3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9450"/>
            <a:ext cx="12192000" cy="490855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4679950"/>
            <a:ext cx="787400" cy="217805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206500" cy="1051655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6350000" y="590550"/>
            <a:ext cx="48641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4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7650"/>
            <a:ext cx="12192000" cy="534035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4679950"/>
            <a:ext cx="787400" cy="217805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206500" cy="1051655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6350000" y="590550"/>
            <a:ext cx="48641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Weed</a:t>
            </a:r>
          </a:p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5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9450"/>
            <a:ext cx="12192000" cy="490855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4679950"/>
            <a:ext cx="787400" cy="217805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206500" cy="1051655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6350000" y="590550"/>
            <a:ext cx="48641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6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9450"/>
            <a:ext cx="12192000" cy="490855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4679950"/>
            <a:ext cx="787400" cy="217805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206500" cy="1051655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6350000" y="590550"/>
            <a:ext cx="48641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4600"/>
              </a:lnSpc>
            </a:pPr>
            <a:r>
              <a:rPr b="1" sz="4100">
                <a:solidFill>
                  <a:srgbClr val="FFFFFF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