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1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3100"/>
            <a:ext cx="12192000" cy="491490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470400"/>
            <a:ext cx="1016000" cy="238760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460500" cy="1273056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953000" y="565150"/>
            <a:ext cx="62611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2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300"/>
            <a:ext cx="12192000" cy="483870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470400"/>
            <a:ext cx="1016000" cy="238760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460500" cy="1273056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953000" y="565150"/>
            <a:ext cx="62611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Nutrient</a:t>
            </a:r>
          </a:p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3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3100"/>
            <a:ext cx="12192000" cy="491490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470400"/>
            <a:ext cx="1016000" cy="238760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460500" cy="1273056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953000" y="565150"/>
            <a:ext cx="62611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4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2300"/>
            <a:ext cx="12192000" cy="496570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470400"/>
            <a:ext cx="1016000" cy="238760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460500" cy="1273056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953000" y="565150"/>
            <a:ext cx="62611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Weed</a:t>
            </a:r>
          </a:p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5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3100"/>
            <a:ext cx="12192000" cy="491490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470400"/>
            <a:ext cx="1016000" cy="238760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460500" cy="1273056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953000" y="565150"/>
            <a:ext cx="62611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ream 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Green wave"/>
          <p:cNvSpPr/>
          <p:nvPr/>
        </p:nvSpPr>
        <p:spPr>
          <a:xfrm>
            <a:off x="4887789" y="-254000"/>
            <a:ext cx="7558211" cy="7366000"/>
          </a:xfrm>
          <a:custGeom>
            <a:avLst/>
            <a:gdLst/>
            <a:ahLst/>
            <a:cxnLst/>
            <a:rect l="l" t="t" r="r" b="b"/>
            <a:pathLst>
              <a:path w="7558211" h="7366000">
                <a:moveTo>
                  <a:pt x="7558211" y="0"/>
                </a:moveTo>
                <a:lnTo>
                  <a:pt x="192211" y="0"/>
                </a:lnTo>
                <a:lnTo>
                  <a:pt x="186380" y="27500"/>
                </a:lnTo>
                <a:lnTo>
                  <a:pt x="178590" y="59024"/>
                </a:lnTo>
                <a:lnTo>
                  <a:pt x="169100" y="94310"/>
                </a:lnTo>
                <a:lnTo>
                  <a:pt x="158175" y="133096"/>
                </a:lnTo>
                <a:lnTo>
                  <a:pt x="146074" y="175122"/>
                </a:lnTo>
                <a:lnTo>
                  <a:pt x="133060" y="220123"/>
                </a:lnTo>
                <a:lnTo>
                  <a:pt x="119396" y="267839"/>
                </a:lnTo>
                <a:lnTo>
                  <a:pt x="105343" y="318008"/>
                </a:lnTo>
                <a:lnTo>
                  <a:pt x="91162" y="370367"/>
                </a:lnTo>
                <a:lnTo>
                  <a:pt x="77117" y="424656"/>
                </a:lnTo>
                <a:lnTo>
                  <a:pt x="63468" y="480611"/>
                </a:lnTo>
                <a:lnTo>
                  <a:pt x="50479" y="537972"/>
                </a:lnTo>
                <a:lnTo>
                  <a:pt x="38410" y="596475"/>
                </a:lnTo>
                <a:lnTo>
                  <a:pt x="27523" y="655859"/>
                </a:lnTo>
                <a:lnTo>
                  <a:pt x="18082" y="715863"/>
                </a:lnTo>
                <a:lnTo>
                  <a:pt x="10347" y="776223"/>
                </a:lnTo>
                <a:lnTo>
                  <a:pt x="4580" y="836679"/>
                </a:lnTo>
                <a:lnTo>
                  <a:pt x="1044" y="896969"/>
                </a:lnTo>
                <a:lnTo>
                  <a:pt x="0" y="956829"/>
                </a:lnTo>
                <a:lnTo>
                  <a:pt x="1711" y="1016000"/>
                </a:lnTo>
                <a:lnTo>
                  <a:pt x="5671" y="1075511"/>
                </a:lnTo>
                <a:lnTo>
                  <a:pt x="11172" y="1136491"/>
                </a:lnTo>
                <a:lnTo>
                  <a:pt x="18165" y="1198820"/>
                </a:lnTo>
                <a:lnTo>
                  <a:pt x="26603" y="1262380"/>
                </a:lnTo>
                <a:lnTo>
                  <a:pt x="36437" y="1327050"/>
                </a:lnTo>
                <a:lnTo>
                  <a:pt x="47621" y="1392713"/>
                </a:lnTo>
                <a:lnTo>
                  <a:pt x="60107" y="1459249"/>
                </a:lnTo>
                <a:lnTo>
                  <a:pt x="73847" y="1526540"/>
                </a:lnTo>
                <a:lnTo>
                  <a:pt x="88793" y="1594465"/>
                </a:lnTo>
                <a:lnTo>
                  <a:pt x="104898" y="1662906"/>
                </a:lnTo>
                <a:lnTo>
                  <a:pt x="122114" y="1731744"/>
                </a:lnTo>
                <a:lnTo>
                  <a:pt x="140395" y="1800860"/>
                </a:lnTo>
                <a:lnTo>
                  <a:pt x="159691" y="1870134"/>
                </a:lnTo>
                <a:lnTo>
                  <a:pt x="179955" y="1939448"/>
                </a:lnTo>
                <a:lnTo>
                  <a:pt x="201140" y="2008683"/>
                </a:lnTo>
                <a:lnTo>
                  <a:pt x="223199" y="2077720"/>
                </a:lnTo>
                <a:lnTo>
                  <a:pt x="246082" y="2146438"/>
                </a:lnTo>
                <a:lnTo>
                  <a:pt x="269744" y="2214721"/>
                </a:lnTo>
                <a:lnTo>
                  <a:pt x="294136" y="2282447"/>
                </a:lnTo>
                <a:lnTo>
                  <a:pt x="319211" y="2349500"/>
                </a:lnTo>
                <a:lnTo>
                  <a:pt x="345841" y="2416401"/>
                </a:lnTo>
                <a:lnTo>
                  <a:pt x="374773" y="2483707"/>
                </a:lnTo>
                <a:lnTo>
                  <a:pt x="405769" y="2551346"/>
                </a:lnTo>
                <a:lnTo>
                  <a:pt x="438591" y="2619248"/>
                </a:lnTo>
                <a:lnTo>
                  <a:pt x="473000" y="2687339"/>
                </a:lnTo>
                <a:lnTo>
                  <a:pt x="508758" y="2755550"/>
                </a:lnTo>
                <a:lnTo>
                  <a:pt x="545628" y="2823809"/>
                </a:lnTo>
                <a:lnTo>
                  <a:pt x="583370" y="2892044"/>
                </a:lnTo>
                <a:lnTo>
                  <a:pt x="621748" y="2960183"/>
                </a:lnTo>
                <a:lnTo>
                  <a:pt x="660523" y="3028156"/>
                </a:lnTo>
                <a:lnTo>
                  <a:pt x="699456" y="3095890"/>
                </a:lnTo>
                <a:lnTo>
                  <a:pt x="738311" y="3163316"/>
                </a:lnTo>
                <a:lnTo>
                  <a:pt x="776847" y="3230360"/>
                </a:lnTo>
                <a:lnTo>
                  <a:pt x="814828" y="3296951"/>
                </a:lnTo>
                <a:lnTo>
                  <a:pt x="852015" y="3363019"/>
                </a:lnTo>
                <a:lnTo>
                  <a:pt x="888171" y="3428492"/>
                </a:lnTo>
                <a:lnTo>
                  <a:pt x="923056" y="3493297"/>
                </a:lnTo>
                <a:lnTo>
                  <a:pt x="956433" y="3557365"/>
                </a:lnTo>
                <a:lnTo>
                  <a:pt x="988064" y="3620623"/>
                </a:lnTo>
                <a:lnTo>
                  <a:pt x="1017711" y="3683000"/>
                </a:lnTo>
                <a:lnTo>
                  <a:pt x="1046345" y="3744674"/>
                </a:lnTo>
                <a:lnTo>
                  <a:pt x="1075019" y="3805872"/>
                </a:lnTo>
                <a:lnTo>
                  <a:pt x="1103614" y="3866594"/>
                </a:lnTo>
                <a:lnTo>
                  <a:pt x="1132011" y="3926840"/>
                </a:lnTo>
                <a:lnTo>
                  <a:pt x="1160089" y="3986609"/>
                </a:lnTo>
                <a:lnTo>
                  <a:pt x="1187732" y="4045902"/>
                </a:lnTo>
                <a:lnTo>
                  <a:pt x="1214818" y="4104719"/>
                </a:lnTo>
                <a:lnTo>
                  <a:pt x="1241231" y="4163060"/>
                </a:lnTo>
                <a:lnTo>
                  <a:pt x="1266849" y="4220924"/>
                </a:lnTo>
                <a:lnTo>
                  <a:pt x="1291554" y="4278312"/>
                </a:lnTo>
                <a:lnTo>
                  <a:pt x="1315228" y="4335224"/>
                </a:lnTo>
                <a:lnTo>
                  <a:pt x="1337751" y="4391660"/>
                </a:lnTo>
                <a:lnTo>
                  <a:pt x="1359003" y="4447619"/>
                </a:lnTo>
                <a:lnTo>
                  <a:pt x="1378867" y="4503102"/>
                </a:lnTo>
                <a:lnTo>
                  <a:pt x="1397222" y="4558109"/>
                </a:lnTo>
                <a:lnTo>
                  <a:pt x="1413951" y="4612640"/>
                </a:lnTo>
                <a:lnTo>
                  <a:pt x="1428933" y="4666694"/>
                </a:lnTo>
                <a:lnTo>
                  <a:pt x="1442049" y="4720272"/>
                </a:lnTo>
                <a:lnTo>
                  <a:pt x="1453182" y="4773374"/>
                </a:lnTo>
                <a:lnTo>
                  <a:pt x="1462211" y="4826000"/>
                </a:lnTo>
                <a:lnTo>
                  <a:pt x="1469207" y="4877169"/>
                </a:lnTo>
                <a:lnTo>
                  <a:pt x="1474371" y="4926107"/>
                </a:lnTo>
                <a:lnTo>
                  <a:pt x="1477772" y="4973125"/>
                </a:lnTo>
                <a:lnTo>
                  <a:pt x="1479483" y="5018532"/>
                </a:lnTo>
                <a:lnTo>
                  <a:pt x="1479574" y="5062636"/>
                </a:lnTo>
                <a:lnTo>
                  <a:pt x="1478117" y="5105749"/>
                </a:lnTo>
                <a:lnTo>
                  <a:pt x="1475184" y="5148179"/>
                </a:lnTo>
                <a:lnTo>
                  <a:pt x="1470847" y="5190236"/>
                </a:lnTo>
                <a:lnTo>
                  <a:pt x="1465175" y="5232229"/>
                </a:lnTo>
                <a:lnTo>
                  <a:pt x="1458242" y="5274468"/>
                </a:lnTo>
                <a:lnTo>
                  <a:pt x="1450118" y="5317263"/>
                </a:lnTo>
                <a:lnTo>
                  <a:pt x="1440875" y="5360924"/>
                </a:lnTo>
                <a:lnTo>
                  <a:pt x="1430584" y="5405758"/>
                </a:lnTo>
                <a:lnTo>
                  <a:pt x="1419316" y="5452078"/>
                </a:lnTo>
                <a:lnTo>
                  <a:pt x="1407144" y="5500191"/>
                </a:lnTo>
                <a:lnTo>
                  <a:pt x="1394139" y="5550408"/>
                </a:lnTo>
                <a:lnTo>
                  <a:pt x="1380371" y="5603037"/>
                </a:lnTo>
                <a:lnTo>
                  <a:pt x="1365913" y="5658389"/>
                </a:lnTo>
                <a:lnTo>
                  <a:pt x="1350835" y="5716774"/>
                </a:lnTo>
                <a:lnTo>
                  <a:pt x="1335211" y="5778500"/>
                </a:lnTo>
                <a:lnTo>
                  <a:pt x="1317804" y="5845432"/>
                </a:lnTo>
                <a:lnTo>
                  <a:pt x="1297555" y="5918676"/>
                </a:lnTo>
                <a:lnTo>
                  <a:pt x="1274798" y="5997396"/>
                </a:lnTo>
                <a:lnTo>
                  <a:pt x="1249867" y="6080760"/>
                </a:lnTo>
                <a:lnTo>
                  <a:pt x="1223093" y="6167933"/>
                </a:lnTo>
                <a:lnTo>
                  <a:pt x="1194812" y="6258083"/>
                </a:lnTo>
                <a:lnTo>
                  <a:pt x="1165356" y="6350377"/>
                </a:lnTo>
                <a:lnTo>
                  <a:pt x="1135059" y="6443980"/>
                </a:lnTo>
                <a:lnTo>
                  <a:pt x="1104253" y="6538059"/>
                </a:lnTo>
                <a:lnTo>
                  <a:pt x="1073273" y="6631781"/>
                </a:lnTo>
                <a:lnTo>
                  <a:pt x="1042452" y="6724312"/>
                </a:lnTo>
                <a:lnTo>
                  <a:pt x="1012123" y="6814820"/>
                </a:lnTo>
                <a:lnTo>
                  <a:pt x="982619" y="6902469"/>
                </a:lnTo>
                <a:lnTo>
                  <a:pt x="954274" y="6986428"/>
                </a:lnTo>
                <a:lnTo>
                  <a:pt x="927421" y="7065863"/>
                </a:lnTo>
                <a:lnTo>
                  <a:pt x="902395" y="7139940"/>
                </a:lnTo>
                <a:lnTo>
                  <a:pt x="879527" y="7207825"/>
                </a:lnTo>
                <a:lnTo>
                  <a:pt x="859151" y="7268686"/>
                </a:lnTo>
                <a:lnTo>
                  <a:pt x="841601" y="7321688"/>
                </a:lnTo>
                <a:lnTo>
                  <a:pt x="827211" y="7366000"/>
                </a:lnTo>
                <a:lnTo>
                  <a:pt x="7558211" y="7366000"/>
                </a:lnTo>
                <a:close/>
              </a:path>
            </a:pathLst>
          </a:custGeom>
          <a:solidFill>
            <a:srgbClr val="2C6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llustration" descr="art6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3100"/>
            <a:ext cx="12192000" cy="4914900"/>
          </a:xfrm>
          <a:prstGeom prst="rect">
            <a:avLst/>
          </a:prstGeom>
        </p:spPr>
      </p:pic>
      <p:pic>
        <p:nvPicPr>
          <p:cNvPr id="5" name="Leaf sprig" descr="sprig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4470400"/>
            <a:ext cx="1016000" cy="2387600"/>
          </a:xfrm>
          <a:prstGeom prst="rect">
            <a:avLst/>
          </a:prstGeom>
        </p:spPr>
      </p:pic>
      <p:pic>
        <p:nvPicPr>
          <p:cNvPr id="6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46100"/>
            <a:ext cx="1460500" cy="1273056"/>
          </a:xfrm>
          <a:prstGeom prst="rect">
            <a:avLst/>
          </a:prstGeom>
        </p:spPr>
      </p:pic>
      <p:sp>
        <p:nvSpPr>
          <p:cNvPr id="7" name="Title"/>
          <p:cNvSpPr txBox="1"/>
          <p:nvPr/>
        </p:nvSpPr>
        <p:spPr>
          <a:xfrm>
            <a:off x="4953000" y="565150"/>
            <a:ext cx="62611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00"/>
              </a:lnSpc>
            </a:pPr>
            <a:r>
              <a:rPr b="1" sz="4700">
                <a:solidFill>
                  <a:srgbClr val="FFFFFF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