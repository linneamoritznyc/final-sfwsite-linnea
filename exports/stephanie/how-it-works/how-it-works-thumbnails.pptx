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the Soil Food Web?: SFW wave layout: lifeless compacted soil vs a bean in living soil with its food web.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Nutrient Cycling: Lettuce on Organic Cream, magnifier on the nutrient loop.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Formation of Structure: Soil crumbs glued by bacteria, woven by fungal threads, on Soil Brown.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Weed Suppression: Same, Organic Cream sky.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Inhibiting Pests &amp; Diseases: Tomato on Organic Cream, magnifier on its root zone.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Sequestering Carbon: Same, Organic Cream sky. Vector illustration, no AI image generation. Title is live text (Montserrat Bold).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hat-is-the-soil-food-web-D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013424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What is the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Soil Food Web?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nutrient-cycling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nutrient-cycling-B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28839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Nutrient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Cycling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formation-of-structure-A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nutrient-cycling-B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26581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Formation of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FFFFFF"/>
                </a:solidFill>
                <a:latin typeface="Montserrat"/>
              </a:rPr>
              <a:t>Structure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weed-suppression-C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what-is-the-soil-food-web-D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461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408305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Weed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Suppression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inhibiting-pests-and-diseases-C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nutrient-cycling-B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95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825500" y="370840"/>
            <a:ext cx="5133280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Inhibiting Pests</a:t>
            </a:r>
          </a:p>
          <a:p>
            <a:pPr algn="l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&amp; Diseases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work" descr="sequestering-carbon-B-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Logo" descr="nutrient-cycling-B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" y="5232400"/>
            <a:ext cx="1244600" cy="107950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6983909" y="370840"/>
            <a:ext cx="4382591" cy="15430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Sequestering</a:t>
            </a:r>
          </a:p>
          <a:p>
            <a:pPr algn="r">
              <a:lnSpc>
                <a:spcPts val="5250"/>
              </a:lnSpc>
            </a:pPr>
            <a:r>
              <a:rPr b="1" sz="4600">
                <a:solidFill>
                  <a:srgbClr val="156826"/>
                </a:solidFill>
                <a:latin typeface="Montserrat"/>
              </a:rPr>
              <a:t>Carbon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