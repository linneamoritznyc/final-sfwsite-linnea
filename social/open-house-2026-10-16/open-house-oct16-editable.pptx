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croscope-field-circle" descr="microscope field 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867" y="3124200"/>
            <a:ext cx="6798733" cy="6798733"/>
          </a:xfrm>
          <a:prstGeom prst="rect">
            <a:avLst/>
          </a:prstGeom>
        </p:spPr>
      </p:pic>
      <p:pic>
        <p:nvPicPr>
          <p:cNvPr id="3" name="ground-compost" descr="ground compo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8467"/>
            <a:ext cx="9144000" cy="2531533"/>
          </a:xfrm>
          <a:prstGeom prst="rect">
            <a:avLst/>
          </a:prstGeom>
        </p:spPr>
      </p:pic>
      <p:pic>
        <p:nvPicPr>
          <p:cNvPr id="4" name="house" descr="hou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333" y="4428067"/>
            <a:ext cx="4665133" cy="5130800"/>
          </a:xfrm>
          <a:prstGeom prst="rect">
            <a:avLst/>
          </a:prstGeom>
        </p:spPr>
      </p:pic>
      <p:pic>
        <p:nvPicPr>
          <p:cNvPr id="5" name="sfw-logo-roof" descr="sfw logo roo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67" y="4775200"/>
            <a:ext cx="1507067" cy="1532467"/>
          </a:xfrm>
          <a:prstGeom prst="rect">
            <a:avLst/>
          </a:prstGeom>
        </p:spPr>
      </p:pic>
      <p:pic>
        <p:nvPicPr>
          <p:cNvPr id="6" name="doorway-photo" descr="doorway phot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067" y="7298267"/>
            <a:ext cx="1032933" cy="1955800"/>
          </a:xfrm>
          <a:prstGeom prst="rect">
            <a:avLst/>
          </a:prstGeom>
        </p:spPr>
      </p:pic>
      <p:pic>
        <p:nvPicPr>
          <p:cNvPr id="7" name="door-open" descr="door o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0800" y="7230533"/>
            <a:ext cx="2159000" cy="2226733"/>
          </a:xfrm>
          <a:prstGeom prst="rect">
            <a:avLst/>
          </a:prstGeom>
        </p:spPr>
      </p:pic>
      <p:pic>
        <p:nvPicPr>
          <p:cNvPr id="8" name="window-nematode" descr="window nematod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333" y="6519333"/>
            <a:ext cx="1016000" cy="1041400"/>
          </a:xfrm>
          <a:prstGeom prst="rect">
            <a:avLst/>
          </a:prstGeom>
        </p:spPr>
      </p:pic>
      <p:pic>
        <p:nvPicPr>
          <p:cNvPr id="9" name="window-arcella" descr="window arcell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667" y="6434667"/>
            <a:ext cx="1016000" cy="1041400"/>
          </a:xfrm>
          <a:prstGeom prst="rect">
            <a:avLst/>
          </a:prstGeom>
        </p:spPr>
      </p:pic>
      <p:pic>
        <p:nvPicPr>
          <p:cNvPr id="10" name="open-sign" descr="open sig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00" y="6824133"/>
            <a:ext cx="804333" cy="397933"/>
          </a:xfrm>
          <a:prstGeom prst="rect">
            <a:avLst/>
          </a:prstGeom>
        </p:spPr>
      </p:pic>
      <p:pic>
        <p:nvPicPr>
          <p:cNvPr id="11" name="poppies" descr="poppie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6667" y="7281333"/>
            <a:ext cx="1346200" cy="2023533"/>
          </a:xfrm>
          <a:prstGeom prst="rect">
            <a:avLst/>
          </a:prstGeom>
        </p:spPr>
      </p:pic>
      <p:pic>
        <p:nvPicPr>
          <p:cNvPr id="12" name="person-kneeling-field" descr="person kneeling field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1667" y="7831667"/>
            <a:ext cx="1210733" cy="1896533"/>
          </a:xfrm>
          <a:prstGeom prst="rect">
            <a:avLst/>
          </a:prstGeom>
        </p:spPr>
      </p:pic>
      <p:pic>
        <p:nvPicPr>
          <p:cNvPr id="13" name="passion-flower" descr="passion flow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8733" y="4148667"/>
            <a:ext cx="2159000" cy="2006600"/>
          </a:xfrm>
          <a:prstGeom prst="rect">
            <a:avLst/>
          </a:prstGeom>
        </p:spPr>
      </p:pic>
      <p:pic>
        <p:nvPicPr>
          <p:cNvPr id="14" name="orchid" descr="orchid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3733" y="4478867"/>
            <a:ext cx="1845733" cy="1507067"/>
          </a:xfrm>
          <a:prstGeom prst="rect">
            <a:avLst/>
          </a:prstGeom>
        </p:spPr>
      </p:pic>
      <p:pic>
        <p:nvPicPr>
          <p:cNvPr id="15" name="clover-right" descr="clover righ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1667" y="7874000"/>
            <a:ext cx="863600" cy="1710267"/>
          </a:xfrm>
          <a:prstGeom prst="rect">
            <a:avLst/>
          </a:prstGeom>
        </p:spPr>
      </p:pic>
      <p:pic>
        <p:nvPicPr>
          <p:cNvPr id="16" name="clover-left" descr="clover left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33133" y="8144933"/>
            <a:ext cx="711200" cy="1413933"/>
          </a:xfrm>
          <a:prstGeom prst="rect">
            <a:avLst/>
          </a:prstGeom>
        </p:spPr>
      </p:pic>
      <p:pic>
        <p:nvPicPr>
          <p:cNvPr id="17" name="person-misting-pile" descr="person misting pil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" y="6561667"/>
            <a:ext cx="1600200" cy="3462867"/>
          </a:xfrm>
          <a:prstGeom prst="rect">
            <a:avLst/>
          </a:prstGeom>
        </p:spPr>
      </p:pic>
      <p:pic>
        <p:nvPicPr>
          <p:cNvPr id="18" name="person-smelling-compost" descr="person smelling compos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35800" y="6731000"/>
            <a:ext cx="2108200" cy="3378200"/>
          </a:xfrm>
          <a:prstGeom prst="rect">
            <a:avLst/>
          </a:prstGeom>
        </p:spPr>
      </p:pic>
      <p:pic>
        <p:nvPicPr>
          <p:cNvPr id="19" name="person-manure-fork" descr="person manure fork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9008533"/>
            <a:ext cx="3285067" cy="2421467"/>
          </a:xfrm>
          <a:prstGeom prst="rect">
            <a:avLst/>
          </a:prstGeom>
        </p:spPr>
      </p:pic>
      <p:pic>
        <p:nvPicPr>
          <p:cNvPr id="20" name="person-crouching-garden" descr="person crouching garde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43800" y="8923867"/>
            <a:ext cx="1600200" cy="2506133"/>
          </a:xfrm>
          <a:prstGeom prst="rect">
            <a:avLst/>
          </a:prstGeom>
        </p:spPr>
      </p:pic>
      <p:pic>
        <p:nvPicPr>
          <p:cNvPr id="21" name="sfw-caps" descr="sfw caps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56000" y="9652000"/>
            <a:ext cx="1828800" cy="1075267"/>
          </a:xfrm>
          <a:prstGeom prst="rect">
            <a:avLst/>
          </a:prstGeom>
        </p:spPr>
      </p:pic>
      <p:pic>
        <p:nvPicPr>
          <p:cNvPr id="22" name="compost-thermometer" descr="compost thermometer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69467" y="10066867"/>
            <a:ext cx="1253067" cy="1270000"/>
          </a:xfrm>
          <a:prstGeom prst="rect">
            <a:avLst/>
          </a:prstGeom>
        </p:spPr>
      </p:pic>
      <p:sp>
        <p:nvSpPr>
          <p:cNvPr id="23" name="date-pill"/>
          <p:cNvSpPr/>
          <p:nvPr/>
        </p:nvSpPr>
        <p:spPr>
          <a:xfrm>
            <a:off x="609600" y="3217333"/>
            <a:ext cx="2768600" cy="406400"/>
          </a:xfrm>
          <a:prstGeom prst="roundRect">
            <a:avLst>
              <a:gd name="adj" fmla="val 112500"/>
            </a:avLst>
          </a:prstGeom>
          <a:solidFill>
            <a:srgbClr val="156826"/>
          </a:solidFill>
          <a:ln w="12700">
            <a:solidFill>
              <a:srgbClr val="156826"/>
            </a:solidFill>
            <a:prstDash val="solid"/>
          </a:ln>
        </p:spPr>
      </p:sp>
      <p:sp>
        <p:nvSpPr>
          <p:cNvPr id="24" name="open-sign-text"/>
          <p:cNvSpPr txBox="1"/>
          <p:nvPr/>
        </p:nvSpPr>
        <p:spPr>
          <a:xfrm>
            <a:off x="4165600" y="6959600"/>
            <a:ext cx="79586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568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</a:t>
            </a:r>
            <a:endParaRPr lang="en-US" sz="1130" dirty="0"/>
          </a:p>
        </p:txBody>
      </p:sp>
      <p:sp>
        <p:nvSpPr>
          <p:cNvPr id="25" name="headline"/>
          <p:cNvSpPr txBox="1"/>
          <p:nvPr/>
        </p:nvSpPr>
        <p:spPr>
          <a:xfrm>
            <a:off x="541867" y="999067"/>
            <a:ext cx="7620000" cy="1693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00" i="1" dirty="0">
                <a:solidFill>
                  <a:srgbClr val="22371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Open House</a:t>
            </a:r>
            <a:endParaRPr lang="en-US" sz="11200" dirty="0"/>
          </a:p>
        </p:txBody>
      </p:sp>
      <p:sp>
        <p:nvSpPr>
          <p:cNvPr id="26" name="subline"/>
          <p:cNvSpPr txBox="1"/>
          <p:nvPr/>
        </p:nvSpPr>
        <p:spPr>
          <a:xfrm>
            <a:off x="609600" y="2692400"/>
            <a:ext cx="5926667" cy="44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30" dirty="0">
                <a:solidFill>
                  <a:srgbClr val="4F3433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Come celebrate our first year</a:t>
            </a:r>
            <a:endParaRPr lang="en-US" sz="2530" dirty="0"/>
          </a:p>
        </p:txBody>
      </p:sp>
      <p:sp>
        <p:nvSpPr>
          <p:cNvPr id="27" name="date"/>
          <p:cNvSpPr txBox="1"/>
          <p:nvPr/>
        </p:nvSpPr>
        <p:spPr>
          <a:xfrm>
            <a:off x="609600" y="3217333"/>
            <a:ext cx="276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F4F1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FRIDAY, OCTOBER 16</a:t>
            </a:r>
            <a:endParaRPr lang="en-US" sz="1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SFW Open House, October 16</dc:title>
  <dc:subject>PptxGenJS Presentation</dc:subject>
  <dc:creator>PptxGenJS</dc:creator>
  <cp:lastModifiedBy>PptxGenJS</cp:lastModifiedBy>
  <cp:revision>1</cp:revision>
  <dcterms:created xsi:type="dcterms:W3CDTF">2026-10-13T19:18:27Z</dcterms:created>
  <dcterms:modified xsi:type="dcterms:W3CDTF">2026-10-13T19:18:27Z</dcterms:modified>
</cp:coreProperties>
</file>