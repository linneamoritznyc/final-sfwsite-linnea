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</p:sldIdLst>
  <p:notesMasterIdLst>
    <p:notesMasterId r:id="rId3"/>
  </p:notesMasterIdLst>
  <p:sldSz cx="9144000" cy="11430000"/>
  <p:notesSz cx="114300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notesMaster" Target="notesMasters/notesMaster1.xml"/><Relationship Id="rId4" Type="http://schemas.openxmlformats.org/officeDocument/2006/relationships/presProps" Target="presProps.xml"/><Relationship Id="rId5" Type="http://schemas.openxmlformats.org/officeDocument/2006/relationships/viewProps" Target="viewProps.xml"/><Relationship Id="rId6" Type="http://schemas.openxmlformats.org/officeDocument/2006/relationships/theme" Target="theme/theme1.xml"/><Relationship Id="rId7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image" Target="../media/image-1-2.png"/><Relationship Id="rId3" Type="http://schemas.openxmlformats.org/officeDocument/2006/relationships/image" Target="../media/image-1-3.png"/><Relationship Id="rId4" Type="http://schemas.openxmlformats.org/officeDocument/2006/relationships/image" Target="../media/image-1-4.png"/><Relationship Id="rId5" Type="http://schemas.openxmlformats.org/officeDocument/2006/relationships/image" Target="../media/image-1-5.png"/><Relationship Id="rId6" Type="http://schemas.openxmlformats.org/officeDocument/2006/relationships/image" Target="../media/image-1-6.png"/><Relationship Id="rId7" Type="http://schemas.openxmlformats.org/officeDocument/2006/relationships/image" Target="../media/image-1-7.png"/><Relationship Id="rId8" Type="http://schemas.openxmlformats.org/officeDocument/2006/relationships/image" Target="../media/image-1-8.png"/><Relationship Id="rId9" Type="http://schemas.openxmlformats.org/officeDocument/2006/relationships/image" Target="../media/image-1-9.png"/><Relationship Id="rId10" Type="http://schemas.openxmlformats.org/officeDocument/2006/relationships/image" Target="../media/image-1-10.png"/><Relationship Id="rId11" Type="http://schemas.openxmlformats.org/officeDocument/2006/relationships/image" Target="../media/image-1-11.png"/><Relationship Id="rId12" Type="http://schemas.openxmlformats.org/officeDocument/2006/relationships/image" Target="../media/image-1-12.png"/><Relationship Id="rId13" Type="http://schemas.openxmlformats.org/officeDocument/2006/relationships/image" Target="../media/image-1-13.png"/><Relationship Id="rId14" Type="http://schemas.openxmlformats.org/officeDocument/2006/relationships/image" Target="../media/image-1-14.png"/><Relationship Id="rId15" Type="http://schemas.openxmlformats.org/officeDocument/2006/relationships/image" Target="../media/image-1-15.png"/><Relationship Id="rId16" Type="http://schemas.openxmlformats.org/officeDocument/2006/relationships/image" Target="../media/image-1-16.png"/><Relationship Id="rId17" Type="http://schemas.openxmlformats.org/officeDocument/2006/relationships/image" Target="../media/image-1-17.png"/><Relationship Id="rId18" Type="http://schemas.openxmlformats.org/officeDocument/2006/relationships/image" Target="../media/image-1-18.png"/><Relationship Id="rId19" Type="http://schemas.openxmlformats.org/officeDocument/2006/relationships/image" Target="../media/image-1-19.png"/><Relationship Id="rId20" Type="http://schemas.openxmlformats.org/officeDocument/2006/relationships/image" Target="../media/image-1-20.png"/><Relationship Id="rId21" Type="http://schemas.openxmlformats.org/officeDocument/2006/relationships/image" Target="../media/image-1-21.png"/><Relationship Id="rId22" Type="http://schemas.openxmlformats.org/officeDocument/2006/relationships/image" Target="../media/image-1-22.png"/><Relationship Id="rId23" Type="http://schemas.openxmlformats.org/officeDocument/2006/relationships/image" Target="../media/image-1-23.png"/><Relationship Id="rId24" Type="http://schemas.openxmlformats.org/officeDocument/2006/relationships/image" Target="../media/image-1-24.png"/><Relationship Id="rId25" Type="http://schemas.openxmlformats.org/officeDocument/2006/relationships/image" Target="../media/image-1-25.png"/><Relationship Id="rId26" Type="http://schemas.openxmlformats.org/officeDocument/2006/relationships/image" Target="../media/image-1-26.png"/><Relationship Id="rId27" Type="http://schemas.openxmlformats.org/officeDocument/2006/relationships/slideLayout" Target="../slideLayouts/slideLayout1.xml"/><Relationship Id="rId28" Type="http://schemas.openxmlformats.org/officeDocument/2006/relationships/notesSlide" Target="../notesSlides/notesSlide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4F1E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microscope-field-circle" descr="microscope field circle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828800" y="3098800"/>
            <a:ext cx="5494867" cy="5494867"/>
          </a:xfrm>
          <a:prstGeom prst="rect">
            <a:avLst/>
          </a:prstGeom>
        </p:spPr>
      </p:pic>
      <p:pic>
        <p:nvPicPr>
          <p:cNvPr id="3" name="house" descr="house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904067" y="4326467"/>
            <a:ext cx="3445933" cy="3793067"/>
          </a:xfrm>
          <a:prstGeom prst="rect">
            <a:avLst/>
          </a:prstGeom>
        </p:spPr>
      </p:pic>
      <p:pic>
        <p:nvPicPr>
          <p:cNvPr id="4" name="compost-pile-steaming" descr="compost pile steami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163733" y="6333067"/>
            <a:ext cx="1405467" cy="1676400"/>
          </a:xfrm>
          <a:prstGeom prst="rect">
            <a:avLst/>
          </a:prstGeom>
        </p:spPr>
      </p:pic>
      <p:pic>
        <p:nvPicPr>
          <p:cNvPr id="5" name="compost-thermometer" descr="compost thermometer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993467" y="6934200"/>
            <a:ext cx="762000" cy="787400"/>
          </a:xfrm>
          <a:prstGeom prst="rect">
            <a:avLst/>
          </a:prstGeom>
        </p:spPr>
      </p:pic>
      <p:pic>
        <p:nvPicPr>
          <p:cNvPr id="6" name="laptop-webinar-video" descr="laptop webinar video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2540000" y="6993467"/>
            <a:ext cx="1659467" cy="1041400"/>
          </a:xfrm>
          <a:prstGeom prst="rect">
            <a:avLst/>
          </a:prstGeom>
        </p:spPr>
      </p:pic>
      <p:pic>
        <p:nvPicPr>
          <p:cNvPr id="7" name="passion-flower" descr="passion flower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7162800" y="3953933"/>
            <a:ext cx="1905000" cy="1761067"/>
          </a:xfrm>
          <a:prstGeom prst="rect">
            <a:avLst/>
          </a:prstGeom>
        </p:spPr>
      </p:pic>
      <p:pic>
        <p:nvPicPr>
          <p:cNvPr id="8" name="orchid" descr="orchid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1193800" y="4013200"/>
            <a:ext cx="1591733" cy="1278467"/>
          </a:xfrm>
          <a:prstGeom prst="rect">
            <a:avLst/>
          </a:prstGeom>
        </p:spPr>
      </p:pic>
      <p:pic>
        <p:nvPicPr>
          <p:cNvPr id="9" name="poppies" descr="poppies">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1905000" y="6307667"/>
            <a:ext cx="1117600" cy="1684867"/>
          </a:xfrm>
          <a:prstGeom prst="rect">
            <a:avLst/>
          </a:prstGeom>
        </p:spPr>
      </p:pic>
      <p:pic>
        <p:nvPicPr>
          <p:cNvPr id="10" name="clover-left" descr="clover left">    </p:cNvPr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2760133" y="6798733"/>
            <a:ext cx="711200" cy="1405467"/>
          </a:xfrm>
          <a:prstGeom prst="rect">
            <a:avLst/>
          </a:prstGeom>
        </p:spPr>
      </p:pic>
      <p:pic>
        <p:nvPicPr>
          <p:cNvPr id="11" name="clover-right" descr="clover right">    </p:cNvPr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5952067" y="6908800"/>
            <a:ext cx="609600" cy="1193800"/>
          </a:xfrm>
          <a:prstGeom prst="rect">
            <a:avLst/>
          </a:prstGeom>
        </p:spPr>
      </p:pic>
      <p:pic>
        <p:nvPicPr>
          <p:cNvPr id="12" name="person-misting-pile" descr="person misting pile">    </p:cNvPr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118533" y="5418667"/>
            <a:ext cx="1253067" cy="2700867"/>
          </a:xfrm>
          <a:prstGeom prst="rect">
            <a:avLst/>
          </a:prstGeom>
        </p:spPr>
      </p:pic>
      <p:pic>
        <p:nvPicPr>
          <p:cNvPr id="13" name="person-kneeling-field" descr="person kneeling field">    </p:cNvPr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1608667" y="6604000"/>
            <a:ext cx="939800" cy="1473200"/>
          </a:xfrm>
          <a:prstGeom prst="rect">
            <a:avLst/>
          </a:prstGeom>
        </p:spPr>
      </p:pic>
      <p:pic>
        <p:nvPicPr>
          <p:cNvPr id="14" name="person-smelling-compost" descr="person smelling compost">    </p:cNvPr>
          <p:cNvPicPr>
            <a:picLocks noChangeAspect="1"/>
          </p:cNvPicPr>
          <p:nvPr/>
        </p:nvPicPr>
        <p:blipFill>
          <a:blip r:embed="rId13"/>
          <a:stretch>
            <a:fillRect/>
          </a:stretch>
        </p:blipFill>
        <p:spPr>
          <a:xfrm>
            <a:off x="7569200" y="5461000"/>
            <a:ext cx="1574800" cy="2616200"/>
          </a:xfrm>
          <a:prstGeom prst="rect">
            <a:avLst/>
          </a:prstGeom>
        </p:spPr>
      </p:pic>
      <p:pic>
        <p:nvPicPr>
          <p:cNvPr id="15" name="sfw-caps" descr="sfw caps">    </p:cNvPr>
          <p:cNvPicPr>
            <a:picLocks noChangeAspect="1"/>
          </p:cNvPicPr>
          <p:nvPr/>
        </p:nvPicPr>
        <p:blipFill>
          <a:blip r:embed="rId14"/>
          <a:stretch>
            <a:fillRect/>
          </a:stretch>
        </p:blipFill>
        <p:spPr>
          <a:xfrm>
            <a:off x="5164667" y="7535333"/>
            <a:ext cx="999067" cy="609600"/>
          </a:xfrm>
          <a:prstGeom prst="rect">
            <a:avLst/>
          </a:prstGeom>
        </p:spPr>
      </p:pic>
      <p:pic>
        <p:nvPicPr>
          <p:cNvPr id="16" name="soil-cross-section" descr="soil cross section">    </p:cNvPr>
          <p:cNvPicPr>
            <a:picLocks noChangeAspect="1"/>
          </p:cNvPicPr>
          <p:nvPr/>
        </p:nvPicPr>
        <p:blipFill>
          <a:blip r:embed="rId15"/>
          <a:stretch>
            <a:fillRect/>
          </a:stretch>
        </p:blipFill>
        <p:spPr>
          <a:xfrm>
            <a:off x="0" y="7704667"/>
            <a:ext cx="9144000" cy="3725333"/>
          </a:xfrm>
          <a:prstGeom prst="rect">
            <a:avLst/>
          </a:prstGeom>
        </p:spPr>
      </p:pic>
      <p:pic>
        <p:nvPicPr>
          <p:cNvPr id="17" name="pebbles" descr="pebbles">    </p:cNvPr>
          <p:cNvPicPr>
            <a:picLocks noChangeAspect="1"/>
          </p:cNvPicPr>
          <p:nvPr/>
        </p:nvPicPr>
        <p:blipFill>
          <a:blip r:embed="rId16"/>
          <a:stretch>
            <a:fillRect/>
          </a:stretch>
        </p:blipFill>
        <p:spPr>
          <a:xfrm>
            <a:off x="592667" y="8805333"/>
            <a:ext cx="8246533" cy="2590800"/>
          </a:xfrm>
          <a:prstGeom prst="rect">
            <a:avLst/>
          </a:prstGeom>
        </p:spPr>
      </p:pic>
      <p:pic>
        <p:nvPicPr>
          <p:cNvPr id="18" name="roots" descr="roots">    </p:cNvPr>
          <p:cNvPicPr>
            <a:picLocks noChangeAspect="1"/>
          </p:cNvPicPr>
          <p:nvPr/>
        </p:nvPicPr>
        <p:blipFill>
          <a:blip r:embed="rId17"/>
          <a:stretch>
            <a:fillRect/>
          </a:stretch>
        </p:blipFill>
        <p:spPr>
          <a:xfrm>
            <a:off x="279400" y="7840133"/>
            <a:ext cx="8805333" cy="1752600"/>
          </a:xfrm>
          <a:prstGeom prst="rect">
            <a:avLst/>
          </a:prstGeom>
        </p:spPr>
      </p:pic>
      <p:pic>
        <p:nvPicPr>
          <p:cNvPr id="19" name="fungal-hyphae" descr="fungal hyphae">    </p:cNvPr>
          <p:cNvPicPr>
            <a:picLocks noChangeAspect="1"/>
          </p:cNvPicPr>
          <p:nvPr/>
        </p:nvPicPr>
        <p:blipFill>
          <a:blip r:embed="rId18"/>
          <a:stretch>
            <a:fillRect/>
          </a:stretch>
        </p:blipFill>
        <p:spPr>
          <a:xfrm>
            <a:off x="508000" y="8432800"/>
            <a:ext cx="7890933" cy="2870200"/>
          </a:xfrm>
          <a:prstGeom prst="rect">
            <a:avLst/>
          </a:prstGeom>
        </p:spPr>
      </p:pic>
      <p:pic>
        <p:nvPicPr>
          <p:cNvPr id="20" name="compost-clump" descr="compost clump">    </p:cNvPr>
          <p:cNvPicPr>
            <a:picLocks noChangeAspect="1"/>
          </p:cNvPicPr>
          <p:nvPr/>
        </p:nvPicPr>
        <p:blipFill>
          <a:blip r:embed="rId19"/>
          <a:stretch>
            <a:fillRect/>
          </a:stretch>
        </p:blipFill>
        <p:spPr>
          <a:xfrm>
            <a:off x="1456267" y="10659533"/>
            <a:ext cx="990600" cy="770467"/>
          </a:xfrm>
          <a:prstGeom prst="rect">
            <a:avLst/>
          </a:prstGeom>
        </p:spPr>
      </p:pic>
      <p:pic>
        <p:nvPicPr>
          <p:cNvPr id="21" name="mycelium-on-bark" descr="mycelium on bark">    </p:cNvPr>
          <p:cNvPicPr>
            <a:picLocks noChangeAspect="1"/>
          </p:cNvPicPr>
          <p:nvPr/>
        </p:nvPicPr>
        <p:blipFill>
          <a:blip r:embed="rId20"/>
          <a:stretch>
            <a:fillRect/>
          </a:stretch>
        </p:blipFill>
        <p:spPr>
          <a:xfrm>
            <a:off x="6908800" y="10591800"/>
            <a:ext cx="1092200" cy="838200"/>
          </a:xfrm>
          <a:prstGeom prst="rect">
            <a:avLst/>
          </a:prstGeom>
        </p:spPr>
      </p:pic>
      <p:pic>
        <p:nvPicPr>
          <p:cNvPr id="22" name="earthworm" descr="earthworm">    </p:cNvPr>
          <p:cNvPicPr>
            <a:picLocks noChangeAspect="1"/>
          </p:cNvPicPr>
          <p:nvPr/>
        </p:nvPicPr>
        <p:blipFill>
          <a:blip r:embed="rId21"/>
          <a:stretch>
            <a:fillRect/>
          </a:stretch>
        </p:blipFill>
        <p:spPr>
          <a:xfrm>
            <a:off x="3835400" y="10117667"/>
            <a:ext cx="1879600" cy="829733"/>
          </a:xfrm>
          <a:prstGeom prst="rect">
            <a:avLst/>
          </a:prstGeom>
        </p:spPr>
      </p:pic>
      <p:pic>
        <p:nvPicPr>
          <p:cNvPr id="23" name="micrograph-nematode" descr="micrograph nematode">    </p:cNvPr>
          <p:cNvPicPr>
            <a:picLocks noChangeAspect="1"/>
          </p:cNvPicPr>
          <p:nvPr/>
        </p:nvPicPr>
        <p:blipFill>
          <a:blip r:embed="rId22"/>
          <a:stretch>
            <a:fillRect/>
          </a:stretch>
        </p:blipFill>
        <p:spPr>
          <a:xfrm>
            <a:off x="482600" y="8568267"/>
            <a:ext cx="1117600" cy="1143000"/>
          </a:xfrm>
          <a:prstGeom prst="rect">
            <a:avLst/>
          </a:prstGeom>
        </p:spPr>
      </p:pic>
      <p:pic>
        <p:nvPicPr>
          <p:cNvPr id="24" name="micrograph-ciliate" descr="micrograph ciliate">    </p:cNvPr>
          <p:cNvPicPr>
            <a:picLocks noChangeAspect="1"/>
          </p:cNvPicPr>
          <p:nvPr/>
        </p:nvPicPr>
        <p:blipFill>
          <a:blip r:embed="rId23"/>
          <a:stretch>
            <a:fillRect/>
          </a:stretch>
        </p:blipFill>
        <p:spPr>
          <a:xfrm>
            <a:off x="2302933" y="9330267"/>
            <a:ext cx="1117600" cy="1143000"/>
          </a:xfrm>
          <a:prstGeom prst="rect">
            <a:avLst/>
          </a:prstGeom>
        </p:spPr>
      </p:pic>
      <p:pic>
        <p:nvPicPr>
          <p:cNvPr id="25" name="micrograph-fungal-hypha" descr="micrograph fungal hypha">    </p:cNvPr>
          <p:cNvPicPr>
            <a:picLocks noChangeAspect="1"/>
          </p:cNvPicPr>
          <p:nvPr/>
        </p:nvPicPr>
        <p:blipFill>
          <a:blip r:embed="rId24"/>
          <a:stretch>
            <a:fillRect/>
          </a:stretch>
        </p:blipFill>
        <p:spPr>
          <a:xfrm>
            <a:off x="4038600" y="8483600"/>
            <a:ext cx="1117600" cy="1143000"/>
          </a:xfrm>
          <a:prstGeom prst="rect">
            <a:avLst/>
          </a:prstGeom>
        </p:spPr>
      </p:pic>
      <p:pic>
        <p:nvPicPr>
          <p:cNvPr id="26" name="micrograph-amoeba" descr="micrograph amoeba">    </p:cNvPr>
          <p:cNvPicPr>
            <a:picLocks noChangeAspect="1"/>
          </p:cNvPicPr>
          <p:nvPr/>
        </p:nvPicPr>
        <p:blipFill>
          <a:blip r:embed="rId25"/>
          <a:stretch>
            <a:fillRect/>
          </a:stretch>
        </p:blipFill>
        <p:spPr>
          <a:xfrm>
            <a:off x="5774267" y="9330267"/>
            <a:ext cx="1117600" cy="1143000"/>
          </a:xfrm>
          <a:prstGeom prst="rect">
            <a:avLst/>
          </a:prstGeom>
        </p:spPr>
      </p:pic>
      <p:pic>
        <p:nvPicPr>
          <p:cNvPr id="27" name="micrograph-testate-amoeba" descr="micrograph testate amoeba">    </p:cNvPr>
          <p:cNvPicPr>
            <a:picLocks noChangeAspect="1"/>
          </p:cNvPicPr>
          <p:nvPr/>
        </p:nvPicPr>
        <p:blipFill>
          <a:blip r:embed="rId26"/>
          <a:stretch>
            <a:fillRect/>
          </a:stretch>
        </p:blipFill>
        <p:spPr>
          <a:xfrm>
            <a:off x="7594600" y="8568267"/>
            <a:ext cx="1117600" cy="1143000"/>
          </a:xfrm>
          <a:prstGeom prst="rect">
            <a:avLst/>
          </a:prstGeom>
        </p:spPr>
      </p:pic>
      <p:sp>
        <p:nvSpPr>
          <p:cNvPr id="28" name="date-pill"/>
          <p:cNvSpPr/>
          <p:nvPr/>
        </p:nvSpPr>
        <p:spPr>
          <a:xfrm>
            <a:off x="609600" y="3217333"/>
            <a:ext cx="2768600" cy="406400"/>
          </a:xfrm>
          <a:prstGeom prst="roundRect">
            <a:avLst>
              <a:gd name="adj" fmla="val 112500"/>
            </a:avLst>
          </a:prstGeom>
          <a:solidFill>
            <a:srgbClr val="156826"/>
          </a:solidFill>
          <a:ln w="12700">
            <a:solidFill>
              <a:srgbClr val="156826"/>
            </a:solidFill>
            <a:prstDash val="solid"/>
          </a:ln>
        </p:spPr>
      </p:sp>
      <p:sp>
        <p:nvSpPr>
          <p:cNvPr id="29" name="label-nematode"/>
          <p:cNvSpPr txBox="1"/>
          <p:nvPr/>
        </p:nvSpPr>
        <p:spPr>
          <a:xfrm>
            <a:off x="254000" y="9702800"/>
            <a:ext cx="1524000" cy="186267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4F1EA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NEMATODE</a:t>
            </a:r>
            <a:endParaRPr lang="en-US" sz="1000" dirty="0"/>
          </a:p>
        </p:txBody>
      </p:sp>
      <p:sp>
        <p:nvSpPr>
          <p:cNvPr id="30" name="label-ciliate"/>
          <p:cNvSpPr txBox="1"/>
          <p:nvPr/>
        </p:nvSpPr>
        <p:spPr>
          <a:xfrm>
            <a:off x="2074333" y="10464800"/>
            <a:ext cx="1524000" cy="186267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4F1EA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CILIATE</a:t>
            </a:r>
            <a:endParaRPr lang="en-US" sz="1000" dirty="0"/>
          </a:p>
        </p:txBody>
      </p:sp>
      <p:sp>
        <p:nvSpPr>
          <p:cNvPr id="31" name="label-fungal-hypha"/>
          <p:cNvSpPr txBox="1"/>
          <p:nvPr/>
        </p:nvSpPr>
        <p:spPr>
          <a:xfrm>
            <a:off x="3810000" y="9618133"/>
            <a:ext cx="1524000" cy="186267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4F1EA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FUNGAL HYPHA</a:t>
            </a:r>
            <a:endParaRPr lang="en-US" sz="1000" dirty="0"/>
          </a:p>
        </p:txBody>
      </p:sp>
      <p:sp>
        <p:nvSpPr>
          <p:cNvPr id="32" name="label-amoeba"/>
          <p:cNvSpPr txBox="1"/>
          <p:nvPr/>
        </p:nvSpPr>
        <p:spPr>
          <a:xfrm>
            <a:off x="5545667" y="10464800"/>
            <a:ext cx="1524000" cy="186267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4F1EA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AMOEBA</a:t>
            </a:r>
            <a:endParaRPr lang="en-US" sz="1000" dirty="0"/>
          </a:p>
        </p:txBody>
      </p:sp>
      <p:sp>
        <p:nvSpPr>
          <p:cNvPr id="33" name="label-testate-amoeba"/>
          <p:cNvSpPr txBox="1"/>
          <p:nvPr/>
        </p:nvSpPr>
        <p:spPr>
          <a:xfrm>
            <a:off x="7366000" y="9702800"/>
            <a:ext cx="1524000" cy="186267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4F1EA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TESTATE AMOEBA</a:t>
            </a:r>
            <a:endParaRPr lang="en-US" sz="1000" dirty="0"/>
          </a:p>
        </p:txBody>
      </p:sp>
      <p:sp>
        <p:nvSpPr>
          <p:cNvPr id="34" name="headline"/>
          <p:cNvSpPr txBox="1"/>
          <p:nvPr/>
        </p:nvSpPr>
        <p:spPr>
          <a:xfrm>
            <a:off x="541867" y="999067"/>
            <a:ext cx="7620000" cy="1693333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11200" i="1" dirty="0">
                <a:solidFill>
                  <a:srgbClr val="22371F"/>
                </a:solidFill>
                <a:latin typeface="EB Garamond" pitchFamily="34" charset="0"/>
                <a:ea typeface="EB Garamond" pitchFamily="34" charset="-122"/>
                <a:cs typeface="EB Garamond" pitchFamily="34" charset="-120"/>
              </a:rPr>
              <a:t>Open House</a:t>
            </a:r>
            <a:endParaRPr lang="en-US" sz="11200" dirty="0"/>
          </a:p>
        </p:txBody>
      </p:sp>
      <p:sp>
        <p:nvSpPr>
          <p:cNvPr id="35" name="subline"/>
          <p:cNvSpPr txBox="1"/>
          <p:nvPr/>
        </p:nvSpPr>
        <p:spPr>
          <a:xfrm>
            <a:off x="609600" y="2692400"/>
            <a:ext cx="5926667" cy="440267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2530" dirty="0">
                <a:solidFill>
                  <a:srgbClr val="4F3433"/>
                </a:solidFill>
                <a:latin typeface="EB Garamond" pitchFamily="34" charset="0"/>
                <a:ea typeface="EB Garamond" pitchFamily="34" charset="-122"/>
                <a:cs typeface="EB Garamond" pitchFamily="34" charset="-120"/>
              </a:rPr>
              <a:t>Come celebrate our first year</a:t>
            </a:r>
            <a:endParaRPr lang="en-US" sz="2530" dirty="0"/>
          </a:p>
        </p:txBody>
      </p:sp>
      <p:sp>
        <p:nvSpPr>
          <p:cNvPr id="36" name="date"/>
          <p:cNvSpPr txBox="1"/>
          <p:nvPr/>
        </p:nvSpPr>
        <p:spPr>
          <a:xfrm>
            <a:off x="609600" y="3217333"/>
            <a:ext cx="2768600" cy="4064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730" b="1" dirty="0">
                <a:solidFill>
                  <a:srgbClr val="F4F1EA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FRIDAY, OCTOBER 16</a:t>
            </a:r>
            <a:endParaRPr lang="en-US" sz="173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</Slides>
  <Notes>1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</vt:i4>
      </vt:variant>
    </vt:vector>
  </HeadingPairs>
  <TitlesOfParts>
    <vt:vector size="4" baseType="lpstr">
      <vt:lpstr>Arial</vt:lpstr>
      <vt:lpstr>Calibri</vt:lpstr>
      <vt:lpstr>Office Theme</vt:lpstr>
      <vt:lpstr>Slide 1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SFW Open House, October 16</dc:title>
  <dc:subject>PptxGenJS Presentation</dc:subject>
  <dc:creator>PptxGenJS</dc:creator>
  <cp:lastModifiedBy>PptxGenJS</cp:lastModifiedBy>
  <cp:revision>1</cp:revision>
  <dcterms:created xsi:type="dcterms:W3CDTF">2026-10-13T19:18:42Z</dcterms:created>
  <dcterms:modified xsi:type="dcterms:W3CDTF">2026-10-13T19:18:42Z</dcterms:modified>
</cp:coreProperties>
</file>