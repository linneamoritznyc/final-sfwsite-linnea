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icroscope-field-circle" descr="microscope field 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3098800"/>
            <a:ext cx="5494867" cy="5494867"/>
          </a:xfrm>
          <a:prstGeom prst="rect">
            <a:avLst/>
          </a:prstGeom>
        </p:spPr>
      </p:pic>
      <p:pic>
        <p:nvPicPr>
          <p:cNvPr id="3" name="house" descr="ho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067" y="4326467"/>
            <a:ext cx="3445933" cy="3793067"/>
          </a:xfrm>
          <a:prstGeom prst="rect">
            <a:avLst/>
          </a:prstGeom>
        </p:spPr>
      </p:pic>
      <p:pic>
        <p:nvPicPr>
          <p:cNvPr id="4" name="compost-pile-steaming" descr="compost pile steam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733" y="6333067"/>
            <a:ext cx="1405467" cy="1676400"/>
          </a:xfrm>
          <a:prstGeom prst="rect">
            <a:avLst/>
          </a:prstGeom>
        </p:spPr>
      </p:pic>
      <p:pic>
        <p:nvPicPr>
          <p:cNvPr id="5" name="compost-thermometer" descr="compost thermome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467" y="6934200"/>
            <a:ext cx="762000" cy="787400"/>
          </a:xfrm>
          <a:prstGeom prst="rect">
            <a:avLst/>
          </a:prstGeom>
        </p:spPr>
      </p:pic>
      <p:pic>
        <p:nvPicPr>
          <p:cNvPr id="6" name="laptop-webinar" descr="laptop webin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0" y="6993467"/>
            <a:ext cx="1659467" cy="1041400"/>
          </a:xfrm>
          <a:prstGeom prst="rect">
            <a:avLst/>
          </a:prstGeom>
        </p:spPr>
      </p:pic>
      <p:pic>
        <p:nvPicPr>
          <p:cNvPr id="7" name="passion-flower" descr="passion flow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2800" y="3953933"/>
            <a:ext cx="1905000" cy="1761067"/>
          </a:xfrm>
          <a:prstGeom prst="rect">
            <a:avLst/>
          </a:prstGeom>
        </p:spPr>
      </p:pic>
      <p:pic>
        <p:nvPicPr>
          <p:cNvPr id="8" name="orchid" descr="orchi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800" y="4013200"/>
            <a:ext cx="1591733" cy="1278467"/>
          </a:xfrm>
          <a:prstGeom prst="rect">
            <a:avLst/>
          </a:prstGeom>
        </p:spPr>
      </p:pic>
      <p:pic>
        <p:nvPicPr>
          <p:cNvPr id="9" name="poppies" descr="poppi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0" y="6307667"/>
            <a:ext cx="1117600" cy="1684867"/>
          </a:xfrm>
          <a:prstGeom prst="rect">
            <a:avLst/>
          </a:prstGeom>
        </p:spPr>
      </p:pic>
      <p:pic>
        <p:nvPicPr>
          <p:cNvPr id="10" name="clover-left" descr="clover lef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0133" y="6798733"/>
            <a:ext cx="711200" cy="1405467"/>
          </a:xfrm>
          <a:prstGeom prst="rect">
            <a:avLst/>
          </a:prstGeom>
        </p:spPr>
      </p:pic>
      <p:pic>
        <p:nvPicPr>
          <p:cNvPr id="11" name="clover-right" descr="clover righ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2067" y="6908800"/>
            <a:ext cx="609600" cy="1193800"/>
          </a:xfrm>
          <a:prstGeom prst="rect">
            <a:avLst/>
          </a:prstGeom>
        </p:spPr>
      </p:pic>
      <p:pic>
        <p:nvPicPr>
          <p:cNvPr id="12" name="person-misting-pile" descr="person misting pil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533" y="5418667"/>
            <a:ext cx="1253067" cy="2700867"/>
          </a:xfrm>
          <a:prstGeom prst="rect">
            <a:avLst/>
          </a:prstGeom>
        </p:spPr>
      </p:pic>
      <p:pic>
        <p:nvPicPr>
          <p:cNvPr id="13" name="person-kneeling-field" descr="person kneeling field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8667" y="6604000"/>
            <a:ext cx="939800" cy="1473200"/>
          </a:xfrm>
          <a:prstGeom prst="rect">
            <a:avLst/>
          </a:prstGeom>
        </p:spPr>
      </p:pic>
      <p:pic>
        <p:nvPicPr>
          <p:cNvPr id="14" name="person-smelling-compost" descr="person smelling compost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69200" y="5461000"/>
            <a:ext cx="1574800" cy="2616200"/>
          </a:xfrm>
          <a:prstGeom prst="rect">
            <a:avLst/>
          </a:prstGeom>
        </p:spPr>
      </p:pic>
      <p:pic>
        <p:nvPicPr>
          <p:cNvPr id="15" name="sfw-caps" descr="sfw caps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64667" y="7535333"/>
            <a:ext cx="999067" cy="609600"/>
          </a:xfrm>
          <a:prstGeom prst="rect">
            <a:avLst/>
          </a:prstGeom>
        </p:spPr>
      </p:pic>
      <p:pic>
        <p:nvPicPr>
          <p:cNvPr id="16" name="soil-cross-section" descr="soil cross secti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7704667"/>
            <a:ext cx="9144000" cy="3725333"/>
          </a:xfrm>
          <a:prstGeom prst="rect">
            <a:avLst/>
          </a:prstGeom>
        </p:spPr>
      </p:pic>
      <p:pic>
        <p:nvPicPr>
          <p:cNvPr id="17" name="pebbles" descr="pebbles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2667" y="8805333"/>
            <a:ext cx="8246533" cy="2590800"/>
          </a:xfrm>
          <a:prstGeom prst="rect">
            <a:avLst/>
          </a:prstGeom>
        </p:spPr>
      </p:pic>
      <p:pic>
        <p:nvPicPr>
          <p:cNvPr id="18" name="roots" descr="roots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9400" y="7840133"/>
            <a:ext cx="8805333" cy="1752600"/>
          </a:xfrm>
          <a:prstGeom prst="rect">
            <a:avLst/>
          </a:prstGeom>
        </p:spPr>
      </p:pic>
      <p:pic>
        <p:nvPicPr>
          <p:cNvPr id="19" name="fungal-hyphae" descr="fungal hyphae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8000" y="8432800"/>
            <a:ext cx="7890933" cy="2870200"/>
          </a:xfrm>
          <a:prstGeom prst="rect">
            <a:avLst/>
          </a:prstGeom>
        </p:spPr>
      </p:pic>
      <p:pic>
        <p:nvPicPr>
          <p:cNvPr id="20" name="compost-clump" descr="compost clump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56267" y="10659533"/>
            <a:ext cx="990600" cy="770467"/>
          </a:xfrm>
          <a:prstGeom prst="rect">
            <a:avLst/>
          </a:prstGeom>
        </p:spPr>
      </p:pic>
      <p:pic>
        <p:nvPicPr>
          <p:cNvPr id="21" name="mycelium-on-bark" descr="mycelium on bark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08800" y="10591800"/>
            <a:ext cx="1092200" cy="838200"/>
          </a:xfrm>
          <a:prstGeom prst="rect">
            <a:avLst/>
          </a:prstGeom>
        </p:spPr>
      </p:pic>
      <p:pic>
        <p:nvPicPr>
          <p:cNvPr id="22" name="earthworm" descr="earthworm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35400" y="10117667"/>
            <a:ext cx="1879600" cy="829733"/>
          </a:xfrm>
          <a:prstGeom prst="rect">
            <a:avLst/>
          </a:prstGeom>
        </p:spPr>
      </p:pic>
      <p:pic>
        <p:nvPicPr>
          <p:cNvPr id="23" name="micrograph-nematode" descr="micrograph nematode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2600" y="8568267"/>
            <a:ext cx="1117600" cy="1143000"/>
          </a:xfrm>
          <a:prstGeom prst="rect">
            <a:avLst/>
          </a:prstGeom>
        </p:spPr>
      </p:pic>
      <p:pic>
        <p:nvPicPr>
          <p:cNvPr id="24" name="micrograph-ciliate" descr="micrograph ciliate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02933" y="9330267"/>
            <a:ext cx="1117600" cy="1143000"/>
          </a:xfrm>
          <a:prstGeom prst="rect">
            <a:avLst/>
          </a:prstGeom>
        </p:spPr>
      </p:pic>
      <p:pic>
        <p:nvPicPr>
          <p:cNvPr id="25" name="micrograph-fungal-hypha" descr="micrograph fungal hypha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38600" y="8483600"/>
            <a:ext cx="1117600" cy="1143000"/>
          </a:xfrm>
          <a:prstGeom prst="rect">
            <a:avLst/>
          </a:prstGeom>
        </p:spPr>
      </p:pic>
      <p:pic>
        <p:nvPicPr>
          <p:cNvPr id="26" name="micrograph-amoeba" descr="micrograph amoeba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74267" y="9330267"/>
            <a:ext cx="1117600" cy="1143000"/>
          </a:xfrm>
          <a:prstGeom prst="rect">
            <a:avLst/>
          </a:prstGeom>
        </p:spPr>
      </p:pic>
      <p:pic>
        <p:nvPicPr>
          <p:cNvPr id="27" name="micrograph-testate-amoeba" descr="micrograph testate amoeba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94600" y="8568267"/>
            <a:ext cx="1117600" cy="1143000"/>
          </a:xfrm>
          <a:prstGeom prst="rect">
            <a:avLst/>
          </a:prstGeom>
        </p:spPr>
      </p:pic>
      <p:pic>
        <p:nvPicPr>
          <p:cNvPr id="28" name="kicker-rule" descr="kicker rule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92667" y="846667"/>
            <a:ext cx="7967133" cy="16933"/>
          </a:xfrm>
          <a:prstGeom prst="rect">
            <a:avLst/>
          </a:prstGeom>
        </p:spPr>
      </p:pic>
      <p:sp>
        <p:nvSpPr>
          <p:cNvPr id="29" name="date-pill"/>
          <p:cNvSpPr/>
          <p:nvPr/>
        </p:nvSpPr>
        <p:spPr>
          <a:xfrm>
            <a:off x="609600" y="3217333"/>
            <a:ext cx="2768600" cy="406400"/>
          </a:xfrm>
          <a:prstGeom prst="roundRect">
            <a:avLst>
              <a:gd name="adj" fmla="val 112500"/>
            </a:avLst>
          </a:prstGeom>
          <a:solidFill>
            <a:srgbClr val="156826"/>
          </a:solidFill>
          <a:ln w="12700">
            <a:solidFill>
              <a:srgbClr val="156826"/>
            </a:solidFill>
            <a:prstDash val="solid"/>
          </a:ln>
        </p:spPr>
      </p:sp>
      <p:sp>
        <p:nvSpPr>
          <p:cNvPr id="30" name="label-nematode"/>
          <p:cNvSpPr txBox="1"/>
          <p:nvPr/>
        </p:nvSpPr>
        <p:spPr>
          <a:xfrm>
            <a:off x="254000" y="9702800"/>
            <a:ext cx="1524000" cy="186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NEMATODE</a:t>
            </a:r>
            <a:endParaRPr lang="en-US" sz="1000" dirty="0"/>
          </a:p>
        </p:txBody>
      </p:sp>
      <p:sp>
        <p:nvSpPr>
          <p:cNvPr id="31" name="label-ciliate"/>
          <p:cNvSpPr txBox="1"/>
          <p:nvPr/>
        </p:nvSpPr>
        <p:spPr>
          <a:xfrm>
            <a:off x="2074333" y="10464800"/>
            <a:ext cx="1524000" cy="186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CILIATE</a:t>
            </a:r>
            <a:endParaRPr lang="en-US" sz="1000" dirty="0"/>
          </a:p>
        </p:txBody>
      </p:sp>
      <p:sp>
        <p:nvSpPr>
          <p:cNvPr id="32" name="label-fungal-hypha"/>
          <p:cNvSpPr txBox="1"/>
          <p:nvPr/>
        </p:nvSpPr>
        <p:spPr>
          <a:xfrm>
            <a:off x="3810000" y="9618133"/>
            <a:ext cx="1524000" cy="186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FUNGAL HYPHA</a:t>
            </a:r>
            <a:endParaRPr lang="en-US" sz="1000" dirty="0"/>
          </a:p>
        </p:txBody>
      </p:sp>
      <p:sp>
        <p:nvSpPr>
          <p:cNvPr id="33" name="label-amoeba"/>
          <p:cNvSpPr txBox="1"/>
          <p:nvPr/>
        </p:nvSpPr>
        <p:spPr>
          <a:xfrm>
            <a:off x="5545667" y="10464800"/>
            <a:ext cx="1524000" cy="186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AMOEBA</a:t>
            </a:r>
            <a:endParaRPr lang="en-US" sz="1000" dirty="0"/>
          </a:p>
        </p:txBody>
      </p:sp>
      <p:sp>
        <p:nvSpPr>
          <p:cNvPr id="34" name="label-testate-amoeba"/>
          <p:cNvSpPr txBox="1"/>
          <p:nvPr/>
        </p:nvSpPr>
        <p:spPr>
          <a:xfrm>
            <a:off x="7366000" y="9702800"/>
            <a:ext cx="1524000" cy="186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TESTATE AMOEBA</a:t>
            </a:r>
            <a:endParaRPr lang="en-US" sz="1000" dirty="0"/>
          </a:p>
        </p:txBody>
      </p:sp>
      <p:sp>
        <p:nvSpPr>
          <p:cNvPr id="35" name="kicker-left"/>
          <p:cNvSpPr txBox="1"/>
          <p:nvPr/>
        </p:nvSpPr>
        <p:spPr>
          <a:xfrm>
            <a:off x="592667" y="491067"/>
            <a:ext cx="4402667" cy="287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37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SOIL FOOD WEB FOUNDATION</a:t>
            </a:r>
            <a:endParaRPr lang="en-US" sz="1400" dirty="0"/>
          </a:p>
        </p:txBody>
      </p:sp>
      <p:sp>
        <p:nvSpPr>
          <p:cNvPr id="36" name="kicker-right"/>
          <p:cNvSpPr txBox="1"/>
          <p:nvPr/>
        </p:nvSpPr>
        <p:spPr>
          <a:xfrm>
            <a:off x="6011333" y="491067"/>
            <a:ext cx="2540000" cy="287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37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TURNING ONE</a:t>
            </a:r>
            <a:endParaRPr lang="en-US" sz="1400" dirty="0"/>
          </a:p>
        </p:txBody>
      </p:sp>
      <p:sp>
        <p:nvSpPr>
          <p:cNvPr id="37" name="headline"/>
          <p:cNvSpPr txBox="1"/>
          <p:nvPr/>
        </p:nvSpPr>
        <p:spPr>
          <a:xfrm>
            <a:off x="541867" y="999067"/>
            <a:ext cx="7620000" cy="169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00" i="1" dirty="0">
                <a:solidFill>
                  <a:srgbClr val="22371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Open House</a:t>
            </a:r>
            <a:endParaRPr lang="en-US" sz="11200" dirty="0"/>
          </a:p>
        </p:txBody>
      </p:sp>
      <p:sp>
        <p:nvSpPr>
          <p:cNvPr id="38" name="subline"/>
          <p:cNvSpPr txBox="1"/>
          <p:nvPr/>
        </p:nvSpPr>
        <p:spPr>
          <a:xfrm>
            <a:off x="609600" y="2692400"/>
            <a:ext cx="5926667" cy="44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30" dirty="0">
                <a:solidFill>
                  <a:srgbClr val="4F34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Come celebrate our first year</a:t>
            </a:r>
            <a:endParaRPr lang="en-US" sz="2530" dirty="0"/>
          </a:p>
        </p:txBody>
      </p:sp>
      <p:sp>
        <p:nvSpPr>
          <p:cNvPr id="39" name="date"/>
          <p:cNvSpPr txBox="1"/>
          <p:nvPr/>
        </p:nvSpPr>
        <p:spPr>
          <a:xfrm>
            <a:off x="609600" y="3217333"/>
            <a:ext cx="2768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3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FRIDAY, OCTOBER 16</a:t>
            </a:r>
            <a:endParaRPr lang="en-US" sz="1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SFW Open House, October 16</dc:title>
  <dc:subject>PptxGenJS Presentation</dc:subject>
  <dc:creator>PptxGenJS</dc:creator>
  <cp:lastModifiedBy>PptxGenJS</cp:lastModifiedBy>
  <cp:revision>1</cp:revision>
  <dcterms:created xsi:type="dcterms:W3CDTF">2026-10-13T19:17:23Z</dcterms:created>
  <dcterms:modified xsi:type="dcterms:W3CDTF">2026-10-13T19:17:23Z</dcterms:modified>
</cp:coreProperties>
</file>