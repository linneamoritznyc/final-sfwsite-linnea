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11430000"/>
  <p:notesSz cx="11430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3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acade-boards" descr="facade boa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room-wall" descr="room wa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267" y="2692400"/>
            <a:ext cx="4885267" cy="5511800"/>
          </a:xfrm>
          <a:prstGeom prst="rect">
            <a:avLst/>
          </a:prstGeom>
        </p:spPr>
      </p:pic>
      <p:pic>
        <p:nvPicPr>
          <p:cNvPr id="4" name="room-floor-soil" descr="room floor so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8267" y="8111067"/>
            <a:ext cx="4885267" cy="2023533"/>
          </a:xfrm>
          <a:prstGeom prst="rect">
            <a:avLst/>
          </a:prstGeom>
        </p:spPr>
      </p:pic>
      <p:pic>
        <p:nvPicPr>
          <p:cNvPr id="5" name="mycelium-on-bark" descr="mycelium on bar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467" y="9643533"/>
            <a:ext cx="939800" cy="804333"/>
          </a:xfrm>
          <a:prstGeom prst="rect">
            <a:avLst/>
          </a:prstGeom>
        </p:spPr>
      </p:pic>
      <p:pic>
        <p:nvPicPr>
          <p:cNvPr id="6" name="micrograph-nematode" descr="micrograph nemato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600" y="8585200"/>
            <a:ext cx="863600" cy="889000"/>
          </a:xfrm>
          <a:prstGeom prst="rect">
            <a:avLst/>
          </a:prstGeom>
        </p:spPr>
      </p:pic>
      <p:pic>
        <p:nvPicPr>
          <p:cNvPr id="7" name="micrograph-fungal-hypha" descr="micrograph fungal hyph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0267" y="8779933"/>
            <a:ext cx="863600" cy="889000"/>
          </a:xfrm>
          <a:prstGeom prst="rect">
            <a:avLst/>
          </a:prstGeom>
        </p:spPr>
      </p:pic>
      <p:pic>
        <p:nvPicPr>
          <p:cNvPr id="8" name="micrograph-amoeba" descr="micrograph amoeb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5933" y="8585200"/>
            <a:ext cx="863600" cy="889000"/>
          </a:xfrm>
          <a:prstGeom prst="rect">
            <a:avLst/>
          </a:prstGeom>
        </p:spPr>
      </p:pic>
      <p:pic>
        <p:nvPicPr>
          <p:cNvPr id="9" name="earthworm" descr="earthworm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46867" y="9711267"/>
            <a:ext cx="1507067" cy="474133"/>
          </a:xfrm>
          <a:prstGeom prst="rect">
            <a:avLst/>
          </a:prstGeom>
        </p:spPr>
      </p:pic>
      <p:pic>
        <p:nvPicPr>
          <p:cNvPr id="10" name="wall-frame-bacterial-feeding-nematode" descr="wall frame bacterial feeding nematod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4000" y="2726267"/>
            <a:ext cx="922867" cy="1286933"/>
          </a:xfrm>
          <a:prstGeom prst="rect">
            <a:avLst/>
          </a:prstGeom>
        </p:spPr>
      </p:pic>
      <p:pic>
        <p:nvPicPr>
          <p:cNvPr id="11" name="wall-frame-testate-amoeba-arcella" descr="wall frame testate amoeba arcella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26667" y="2726267"/>
            <a:ext cx="922867" cy="1337733"/>
          </a:xfrm>
          <a:prstGeom prst="rect">
            <a:avLst/>
          </a:prstGeom>
        </p:spPr>
      </p:pic>
      <p:pic>
        <p:nvPicPr>
          <p:cNvPr id="12" name="people-cheering-compost-cage" descr="people cheering compost cag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03600" y="5723467"/>
            <a:ext cx="2472267" cy="2531533"/>
          </a:xfrm>
          <a:prstGeom prst="rect">
            <a:avLst/>
          </a:prstGeom>
        </p:spPr>
      </p:pic>
      <p:pic>
        <p:nvPicPr>
          <p:cNvPr id="13" name="person-misting-pile" descr="person misting pil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69067" y="5232400"/>
            <a:ext cx="1447800" cy="3124200"/>
          </a:xfrm>
          <a:prstGeom prst="rect">
            <a:avLst/>
          </a:prstGeom>
        </p:spPr>
      </p:pic>
      <p:pic>
        <p:nvPicPr>
          <p:cNvPr id="14" name="person-kneeling-field" descr="person kneeling field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6933" y="6705600"/>
            <a:ext cx="1075267" cy="1684867"/>
          </a:xfrm>
          <a:prstGeom prst="rect">
            <a:avLst/>
          </a:prstGeom>
        </p:spPr>
      </p:pic>
      <p:pic>
        <p:nvPicPr>
          <p:cNvPr id="15" name="person-smelling-compost" descr="person smelling compos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69933" y="5334000"/>
            <a:ext cx="2243667" cy="3039533"/>
          </a:xfrm>
          <a:prstGeom prst="rect">
            <a:avLst/>
          </a:prstGeom>
        </p:spPr>
      </p:pic>
      <p:pic>
        <p:nvPicPr>
          <p:cNvPr id="16" name="poppies" descr="poppie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333" y="6536267"/>
            <a:ext cx="1176867" cy="1769533"/>
          </a:xfrm>
          <a:prstGeom prst="rect">
            <a:avLst/>
          </a:prstGeom>
        </p:spPr>
      </p:pic>
      <p:pic>
        <p:nvPicPr>
          <p:cNvPr id="17" name="clover-room" descr="clover room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32400" y="7035800"/>
            <a:ext cx="668867" cy="1371600"/>
          </a:xfrm>
          <a:prstGeom prst="rect">
            <a:avLst/>
          </a:prstGeom>
        </p:spPr>
      </p:pic>
      <p:pic>
        <p:nvPicPr>
          <p:cNvPr id="18" name="sfw-caps" descr="sfw caps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02667" y="7755467"/>
            <a:ext cx="1066800" cy="643467"/>
          </a:xfrm>
          <a:prstGeom prst="rect">
            <a:avLst/>
          </a:prstGeom>
        </p:spPr>
      </p:pic>
      <p:pic>
        <p:nvPicPr>
          <p:cNvPr id="19" name="door-frame" descr="door frame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30400" y="2353733"/>
            <a:ext cx="5461000" cy="7780867"/>
          </a:xfrm>
          <a:prstGeom prst="rect">
            <a:avLst/>
          </a:prstGeom>
        </p:spPr>
      </p:pic>
      <p:pic>
        <p:nvPicPr>
          <p:cNvPr id="20" name="front-door-open" descr="front door open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23333" y="2142067"/>
            <a:ext cx="1921933" cy="8890000"/>
          </a:xfrm>
          <a:prstGeom prst="rect">
            <a:avLst/>
          </a:prstGeom>
        </p:spPr>
      </p:pic>
      <p:pic>
        <p:nvPicPr>
          <p:cNvPr id="21" name="sfw-logo-door" descr="sfw logo door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0400" y="3657600"/>
            <a:ext cx="1253067" cy="1278467"/>
          </a:xfrm>
          <a:prstGeom prst="rect">
            <a:avLst/>
          </a:prstGeom>
        </p:spPr>
      </p:pic>
      <p:pic>
        <p:nvPicPr>
          <p:cNvPr id="22" name="vine" descr="vine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459133" y="3818467"/>
            <a:ext cx="1490133" cy="6079067"/>
          </a:xfrm>
          <a:prstGeom prst="rect">
            <a:avLst/>
          </a:prstGeom>
        </p:spPr>
      </p:pic>
      <p:pic>
        <p:nvPicPr>
          <p:cNvPr id="23" name="passion-flower" descr="passion flower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399867" y="3200400"/>
            <a:ext cx="1744133" cy="1803400"/>
          </a:xfrm>
          <a:prstGeom prst="rect">
            <a:avLst/>
          </a:prstGeom>
        </p:spPr>
      </p:pic>
      <p:pic>
        <p:nvPicPr>
          <p:cNvPr id="24" name="orchid" descr="orchid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662333" y="6011333"/>
            <a:ext cx="1413933" cy="1075267"/>
          </a:xfrm>
          <a:prstGeom prst="rect">
            <a:avLst/>
          </a:prstGeom>
        </p:spPr>
      </p:pic>
      <p:pic>
        <p:nvPicPr>
          <p:cNvPr id="25" name="clover-in-pot" descr="clover in pot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857067" y="8390467"/>
            <a:ext cx="838200" cy="1811867"/>
          </a:xfrm>
          <a:prstGeom prst="rect">
            <a:avLst/>
          </a:prstGeom>
        </p:spPr>
      </p:pic>
      <p:pic>
        <p:nvPicPr>
          <p:cNvPr id="26" name="pot" descr="pot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620000" y="9702800"/>
            <a:ext cx="1236133" cy="956733"/>
          </a:xfrm>
          <a:prstGeom prst="rect">
            <a:avLst/>
          </a:prstGeom>
        </p:spPr>
      </p:pic>
      <p:pic>
        <p:nvPicPr>
          <p:cNvPr id="27" name="step" descr="step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710267" y="10126133"/>
            <a:ext cx="5901267" cy="296333"/>
          </a:xfrm>
          <a:prstGeom prst="rect">
            <a:avLst/>
          </a:prstGeom>
        </p:spPr>
      </p:pic>
      <p:pic>
        <p:nvPicPr>
          <p:cNvPr id="28" name="doormat" descr="doormat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582333" y="10464800"/>
            <a:ext cx="4030133" cy="855133"/>
          </a:xfrm>
          <a:prstGeom prst="rect">
            <a:avLst/>
          </a:prstGeom>
        </p:spPr>
      </p:pic>
      <p:sp>
        <p:nvSpPr>
          <p:cNvPr id="29" name="label-nematode"/>
          <p:cNvSpPr txBox="1"/>
          <p:nvPr/>
        </p:nvSpPr>
        <p:spPr>
          <a:xfrm>
            <a:off x="2243667" y="9440333"/>
            <a:ext cx="135466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1E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NEMATODE</a:t>
            </a:r>
            <a:endParaRPr lang="en-US" sz="870" dirty="0"/>
          </a:p>
        </p:txBody>
      </p:sp>
      <p:sp>
        <p:nvSpPr>
          <p:cNvPr id="30" name="label-fungal-hypha"/>
          <p:cNvSpPr txBox="1"/>
          <p:nvPr/>
        </p:nvSpPr>
        <p:spPr>
          <a:xfrm>
            <a:off x="3979333" y="9635067"/>
            <a:ext cx="135466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1E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FUNGAL HYPHA</a:t>
            </a:r>
            <a:endParaRPr lang="en-US" sz="870" dirty="0"/>
          </a:p>
        </p:txBody>
      </p:sp>
      <p:sp>
        <p:nvSpPr>
          <p:cNvPr id="31" name="label-amoeba"/>
          <p:cNvSpPr txBox="1"/>
          <p:nvPr/>
        </p:nvSpPr>
        <p:spPr>
          <a:xfrm>
            <a:off x="5715000" y="9440333"/>
            <a:ext cx="135466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1E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AMOEBA</a:t>
            </a:r>
            <a:endParaRPr lang="en-US" sz="870" dirty="0"/>
          </a:p>
        </p:txBody>
      </p:sp>
      <p:sp>
        <p:nvSpPr>
          <p:cNvPr id="32" name="date"/>
          <p:cNvSpPr txBox="1"/>
          <p:nvPr/>
        </p:nvSpPr>
        <p:spPr>
          <a:xfrm>
            <a:off x="2582333" y="10464800"/>
            <a:ext cx="3979333" cy="778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70" b="1" dirty="0">
                <a:solidFill>
                  <a:srgbClr val="4F34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FRIDAY, OCTOBER 16</a:t>
            </a:r>
            <a:endParaRPr lang="en-US" sz="2270" dirty="0"/>
          </a:p>
        </p:txBody>
      </p:sp>
      <p:sp>
        <p:nvSpPr>
          <p:cNvPr id="33" name="headline"/>
          <p:cNvSpPr txBox="1"/>
          <p:nvPr/>
        </p:nvSpPr>
        <p:spPr>
          <a:xfrm>
            <a:off x="0" y="338667"/>
            <a:ext cx="9144000" cy="16086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670" i="1" dirty="0">
                <a:solidFill>
                  <a:srgbClr val="F4F1EA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Open House</a:t>
            </a:r>
            <a:endParaRPr lang="en-US" sz="10670" dirty="0"/>
          </a:p>
        </p:txBody>
      </p:sp>
      <p:sp>
        <p:nvSpPr>
          <p:cNvPr id="34" name="subline"/>
          <p:cNvSpPr txBox="1"/>
          <p:nvPr/>
        </p:nvSpPr>
        <p:spPr>
          <a:xfrm>
            <a:off x="0" y="1761067"/>
            <a:ext cx="9144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DE8D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Come celebrate our first year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SFW Open House, October 16</dc:title>
  <dc:subject>PptxGenJS Presentation</dc:subject>
  <dc:creator>PptxGenJS</dc:creator>
  <cp:lastModifiedBy>PptxGenJS</cp:lastModifiedBy>
  <cp:revision>1</cp:revision>
  <dcterms:created xsi:type="dcterms:W3CDTF">2026-10-13T19:23:24Z</dcterms:created>
  <dcterms:modified xsi:type="dcterms:W3CDTF">2026-10-13T19:23:24Z</dcterms:modified>
</cp:coreProperties>
</file>