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ade-boards" descr="facade bo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oom-wall" descr="room w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67" y="2692400"/>
            <a:ext cx="4885267" cy="5511800"/>
          </a:xfrm>
          <a:prstGeom prst="rect">
            <a:avLst/>
          </a:prstGeom>
        </p:spPr>
      </p:pic>
      <p:pic>
        <p:nvPicPr>
          <p:cNvPr id="4" name="room-floor-soil" descr="room floor so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267" y="8111067"/>
            <a:ext cx="4885267" cy="2023533"/>
          </a:xfrm>
          <a:prstGeom prst="rect">
            <a:avLst/>
          </a:prstGeom>
        </p:spPr>
      </p:pic>
      <p:pic>
        <p:nvPicPr>
          <p:cNvPr id="5" name="earthworm" descr="earthwo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867" y="9711267"/>
            <a:ext cx="1507067" cy="474133"/>
          </a:xfrm>
          <a:prstGeom prst="rect">
            <a:avLst/>
          </a:prstGeom>
        </p:spPr>
      </p:pic>
      <p:pic>
        <p:nvPicPr>
          <p:cNvPr id="6" name="people-cheering-compost-cage" descr="people cheering compost c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3860800"/>
            <a:ext cx="4436533" cy="4521200"/>
          </a:xfrm>
          <a:prstGeom prst="rect">
            <a:avLst/>
          </a:prstGeom>
        </p:spPr>
      </p:pic>
      <p:pic>
        <p:nvPicPr>
          <p:cNvPr id="7" name="door-frame" descr="door fra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2353733"/>
            <a:ext cx="5461000" cy="7780867"/>
          </a:xfrm>
          <a:prstGeom prst="rect">
            <a:avLst/>
          </a:prstGeom>
        </p:spPr>
      </p:pic>
      <p:pic>
        <p:nvPicPr>
          <p:cNvPr id="8" name="front-door-open" descr="front door op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33" y="2142067"/>
            <a:ext cx="1921933" cy="8890000"/>
          </a:xfrm>
          <a:prstGeom prst="rect">
            <a:avLst/>
          </a:prstGeom>
        </p:spPr>
      </p:pic>
      <p:pic>
        <p:nvPicPr>
          <p:cNvPr id="9" name="sfw-logo-door" descr="sfw logo do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00" y="3657600"/>
            <a:ext cx="1253067" cy="1278467"/>
          </a:xfrm>
          <a:prstGeom prst="rect">
            <a:avLst/>
          </a:prstGeom>
        </p:spPr>
      </p:pic>
      <p:pic>
        <p:nvPicPr>
          <p:cNvPr id="10" name="vine" descr="vi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9133" y="3818467"/>
            <a:ext cx="1490133" cy="6079067"/>
          </a:xfrm>
          <a:prstGeom prst="rect">
            <a:avLst/>
          </a:prstGeom>
        </p:spPr>
      </p:pic>
      <p:pic>
        <p:nvPicPr>
          <p:cNvPr id="11" name="passion-flower" descr="passion flow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9867" y="3200400"/>
            <a:ext cx="1744133" cy="1803400"/>
          </a:xfrm>
          <a:prstGeom prst="rect">
            <a:avLst/>
          </a:prstGeom>
        </p:spPr>
      </p:pic>
      <p:pic>
        <p:nvPicPr>
          <p:cNvPr id="12" name="orchid" descr="orchi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2333" y="6011333"/>
            <a:ext cx="1413933" cy="1075267"/>
          </a:xfrm>
          <a:prstGeom prst="rect">
            <a:avLst/>
          </a:prstGeom>
        </p:spPr>
      </p:pic>
      <p:pic>
        <p:nvPicPr>
          <p:cNvPr id="13" name="pot" descr="po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0" y="9702800"/>
            <a:ext cx="1236133" cy="956733"/>
          </a:xfrm>
          <a:prstGeom prst="rect">
            <a:avLst/>
          </a:prstGeom>
        </p:spPr>
      </p:pic>
      <p:pic>
        <p:nvPicPr>
          <p:cNvPr id="14" name="step" descr="step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0267" y="10126133"/>
            <a:ext cx="5901267" cy="296333"/>
          </a:xfrm>
          <a:prstGeom prst="rect">
            <a:avLst/>
          </a:prstGeom>
        </p:spPr>
      </p:pic>
      <p:pic>
        <p:nvPicPr>
          <p:cNvPr id="15" name="doormat" descr="doorm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82333" y="10464800"/>
            <a:ext cx="4030133" cy="855133"/>
          </a:xfrm>
          <a:prstGeom prst="rect">
            <a:avLst/>
          </a:prstGeom>
        </p:spPr>
      </p:pic>
      <p:sp>
        <p:nvSpPr>
          <p:cNvPr id="16" name="date"/>
          <p:cNvSpPr txBox="1"/>
          <p:nvPr/>
        </p:nvSpPr>
        <p:spPr>
          <a:xfrm>
            <a:off x="2582333" y="10464800"/>
            <a:ext cx="3979333" cy="778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70" b="1" dirty="0">
                <a:solidFill>
                  <a:srgbClr val="4F34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FRIDAY, OCTOBER 16</a:t>
            </a:r>
            <a:endParaRPr lang="en-US" sz="2270" dirty="0"/>
          </a:p>
        </p:txBody>
      </p:sp>
      <p:sp>
        <p:nvSpPr>
          <p:cNvPr id="17" name="headline"/>
          <p:cNvSpPr txBox="1"/>
          <p:nvPr/>
        </p:nvSpPr>
        <p:spPr>
          <a:xfrm>
            <a:off x="0" y="338667"/>
            <a:ext cx="9144000" cy="1608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670" i="1" dirty="0">
                <a:solidFill>
                  <a:srgbClr val="F4F1EA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Open House</a:t>
            </a:r>
            <a:endParaRPr lang="en-US" sz="10670" dirty="0"/>
          </a:p>
        </p:txBody>
      </p:sp>
      <p:sp>
        <p:nvSpPr>
          <p:cNvPr id="18" name="subline"/>
          <p:cNvSpPr txBox="1"/>
          <p:nvPr/>
        </p:nvSpPr>
        <p:spPr>
          <a:xfrm>
            <a:off x="0" y="1761067"/>
            <a:ext cx="914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DE8D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Come celebrate our first year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SFW Open House, October 16</dc:title>
  <dc:subject>PptxGenJS Presentation</dc:subject>
  <dc:creator>PptxGenJS</dc:creator>
  <cp:lastModifiedBy>PptxGenJS</cp:lastModifiedBy>
  <cp:revision>1</cp:revision>
  <dcterms:created xsi:type="dcterms:W3CDTF">2026-10-13T19:31:06Z</dcterms:created>
  <dcterms:modified xsi:type="dcterms:W3CDTF">2026-10-13T19:31:06Z</dcterms:modified>
</cp:coreProperties>
</file>