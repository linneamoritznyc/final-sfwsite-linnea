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ern-fiddlehead" descr="s1-04-fern-fiddle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667" y="5469467"/>
            <a:ext cx="2201333" cy="2446867"/>
          </a:xfrm>
          <a:prstGeom prst="rect">
            <a:avLst/>
          </a:prstGeom>
        </p:spPr>
      </p:pic>
      <p:pic>
        <p:nvPicPr>
          <p:cNvPr id="4" name="logo" descr="s1-05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9652000"/>
            <a:ext cx="1168400" cy="1168400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609600" y="931333"/>
            <a:ext cx="7924800" cy="287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6670" b="1">
                <a:solidFill>
                  <a:srgbClr val="4F3433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6" name="small-line"/>
          <p:cNvSpPr txBox="1"/>
          <p:nvPr/>
        </p:nvSpPr>
        <p:spPr>
          <a:xfrm>
            <a:off x="643467" y="3725333"/>
            <a:ext cx="762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70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