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microscope-lens" descr="s1-02-microscope-l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640667"/>
            <a:ext cx="7620000" cy="7620000"/>
          </a:xfrm>
          <a:prstGeom prst="rect">
            <a:avLst/>
          </a:prstGeom>
        </p:spPr>
      </p:pic>
      <p:pic>
        <p:nvPicPr>
          <p:cNvPr id="4" name="logo" descr="s1-06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067" y="9863667"/>
            <a:ext cx="1058333" cy="1058333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609600" y="762000"/>
            <a:ext cx="79248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87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6" name="small-line"/>
          <p:cNvSpPr txBox="1"/>
          <p:nvPr/>
        </p:nvSpPr>
        <p:spPr>
          <a:xfrm>
            <a:off x="643467" y="3302000"/>
            <a:ext cx="762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29" b="1">
                <a:solidFill>
                  <a:srgbClr val="59A66C"/>
                </a:solidFill>
                <a:latin typeface="Source Sans Pro"/>
              </a:rPr>
              <a:t>And who gets to decide?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643467" y="10888133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4F1EA"/>
                </a:solidFill>
                <a:latin typeface="Source Sans Pro"/>
              </a:rPr>
              <a:t>Photo: Luke Hardy, 40x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