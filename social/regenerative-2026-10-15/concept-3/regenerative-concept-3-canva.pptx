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word-regenerative-soil" descr="s1-03-word-regenerative-so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33" y="3945467"/>
            <a:ext cx="8348133" cy="1337733"/>
          </a:xfrm>
          <a:prstGeom prst="rect">
            <a:avLst/>
          </a:prstGeom>
        </p:spPr>
      </p:pic>
      <p:pic>
        <p:nvPicPr>
          <p:cNvPr id="4" name="logo" descr="s1-06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719733"/>
            <a:ext cx="1270000" cy="1100667"/>
          </a:xfrm>
          <a:prstGeom prst="rect">
            <a:avLst/>
          </a:prstGeom>
        </p:spPr>
      </p:pic>
      <p:pic>
        <p:nvPicPr>
          <p:cNvPr id="5" name="fern-fiddlehead" descr="s1-07-fern-fiddle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8667" y="8771467"/>
            <a:ext cx="2032000" cy="2260600"/>
          </a:xfrm>
          <a:prstGeom prst="rect">
            <a:avLst/>
          </a:prstGeom>
        </p:spPr>
      </p:pic>
      <p:pic>
        <p:nvPicPr>
          <p:cNvPr id="6" name="mushrooms" descr="s1-08-mushroom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7333" y="8822267"/>
            <a:ext cx="2032000" cy="2506133"/>
          </a:xfrm>
          <a:prstGeom prst="rect">
            <a:avLst/>
          </a:prstGeom>
        </p:spPr>
      </p:pic>
      <p:sp>
        <p:nvSpPr>
          <p:cNvPr id="7" name="what-does"/>
          <p:cNvSpPr txBox="1"/>
          <p:nvPr/>
        </p:nvSpPr>
        <p:spPr>
          <a:xfrm>
            <a:off x="491067" y="3048000"/>
            <a:ext cx="79248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4F3433"/>
                </a:solidFill>
                <a:latin typeface="Montserrat"/>
              </a:rPr>
              <a:t>What does</a:t>
            </a:r>
          </a:p>
        </p:txBody>
      </p:sp>
      <p:sp>
        <p:nvSpPr>
          <p:cNvPr id="8" name="actually-mean"/>
          <p:cNvSpPr txBox="1"/>
          <p:nvPr/>
        </p:nvSpPr>
        <p:spPr>
          <a:xfrm>
            <a:off x="491067" y="5291667"/>
            <a:ext cx="79248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4F3433"/>
                </a:solidFill>
                <a:latin typeface="Montserrat"/>
              </a:rPr>
              <a:t>actually mean?</a:t>
            </a:r>
          </a:p>
        </p:txBody>
      </p:sp>
      <p:sp>
        <p:nvSpPr>
          <p:cNvPr id="9" name="small-line"/>
          <p:cNvSpPr txBox="1"/>
          <p:nvPr/>
        </p:nvSpPr>
        <p:spPr>
          <a:xfrm>
            <a:off x="524933" y="6434667"/>
            <a:ext cx="762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70" b="1">
                <a:solidFill>
                  <a:srgbClr val="156826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