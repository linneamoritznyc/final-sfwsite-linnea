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1-01-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s1-02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4333" y="474133"/>
            <a:ext cx="1371600" cy="1371600"/>
          </a:xfrm>
          <a:prstGeom prst="rect">
            <a:avLst/>
          </a:prstGeom>
        </p:spPr>
      </p:pic>
      <p:sp>
        <p:nvSpPr>
          <p:cNvPr id="4" name="headline"/>
          <p:cNvSpPr txBox="1"/>
          <p:nvPr/>
        </p:nvSpPr>
        <p:spPr>
          <a:xfrm>
            <a:off x="762000" y="7620000"/>
            <a:ext cx="7620000" cy="2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b="1">
                <a:solidFill>
                  <a:srgbClr val="FFFFFF"/>
                </a:solidFill>
                <a:latin typeface="Montserrat"/>
              </a:rPr>
              <a:t>What does Regenerative actually mean?</a:t>
            </a:r>
          </a:p>
        </p:txBody>
      </p:sp>
      <p:sp>
        <p:nvSpPr>
          <p:cNvPr id="5" name="small-line"/>
          <p:cNvSpPr txBox="1"/>
          <p:nvPr/>
        </p:nvSpPr>
        <p:spPr>
          <a:xfrm>
            <a:off x="778933" y="10075333"/>
            <a:ext cx="7620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FFE9B0"/>
                </a:solidFill>
                <a:latin typeface="Source Sans Pro"/>
              </a:rPr>
              <a:t>And who gets to decide?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