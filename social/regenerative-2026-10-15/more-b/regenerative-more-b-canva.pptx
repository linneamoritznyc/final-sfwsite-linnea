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s1-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733" y="474133"/>
            <a:ext cx="1354667" cy="1176867"/>
          </a:xfrm>
          <a:prstGeom prst="rect">
            <a:avLst/>
          </a:prstGeom>
        </p:spPr>
      </p:pic>
      <p:pic>
        <p:nvPicPr>
          <p:cNvPr id="4" name="costa-rica-heliconia" descr="s1-05-costa-rica-helicon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67" y="5672667"/>
            <a:ext cx="2819400" cy="5757333"/>
          </a:xfrm>
          <a:prstGeom prst="rect">
            <a:avLst/>
          </a:prstGeom>
        </p:spPr>
      </p:pic>
      <p:pic>
        <p:nvPicPr>
          <p:cNvPr id="5" name="norfolk-common-poppy" descr="s1-06-norfolk-common-pop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7162800"/>
            <a:ext cx="2489200" cy="4267200"/>
          </a:xfrm>
          <a:prstGeom prst="rect">
            <a:avLst/>
          </a:prstGeom>
        </p:spPr>
      </p:pic>
      <p:pic>
        <p:nvPicPr>
          <p:cNvPr id="6" name="tamil-nadu-marigold" descr="s1-07-tamil-nadu-mari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800" y="8415867"/>
            <a:ext cx="2099733" cy="3014133"/>
          </a:xfrm>
          <a:prstGeom prst="rect">
            <a:avLst/>
          </a:prstGeom>
        </p:spPr>
      </p:pic>
      <p:sp>
        <p:nvSpPr>
          <p:cNvPr id="7" name="headline"/>
          <p:cNvSpPr txBox="1"/>
          <p:nvPr/>
        </p:nvSpPr>
        <p:spPr>
          <a:xfrm>
            <a:off x="762000" y="27940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130" b="1">
                <a:solidFill>
                  <a:srgbClr val="22371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8" name="small-line"/>
          <p:cNvSpPr txBox="1"/>
          <p:nvPr/>
        </p:nvSpPr>
        <p:spPr>
          <a:xfrm>
            <a:off x="778933" y="5503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22371F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