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top-santa-fe-indian-paintbrush" descr="s1-02-top-santa-fe-indian-paintbr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65867" cy="2963333"/>
          </a:xfrm>
          <a:prstGeom prst="rect">
            <a:avLst/>
          </a:prstGeom>
        </p:spPr>
      </p:pic>
      <p:pic>
        <p:nvPicPr>
          <p:cNvPr id="4" name="top-tamil-nadu-jasmine" descr="s1-03-top-tamil-nadu-jasm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133" y="0"/>
            <a:ext cx="3107267" cy="2116667"/>
          </a:xfrm>
          <a:prstGeom prst="rect">
            <a:avLst/>
          </a:prstGeom>
        </p:spPr>
      </p:pic>
      <p:pic>
        <p:nvPicPr>
          <p:cNvPr id="5" name="top-norfolk-cornflower" descr="s1-04-top-norfolk-cornflo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733" y="0"/>
            <a:ext cx="1735667" cy="2658533"/>
          </a:xfrm>
          <a:prstGeom prst="rect">
            <a:avLst/>
          </a:prstGeom>
        </p:spPr>
      </p:pic>
      <p:pic>
        <p:nvPicPr>
          <p:cNvPr id="6" name="logo" descr="s1-05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9733" y="474133"/>
            <a:ext cx="1354667" cy="1176867"/>
          </a:xfrm>
          <a:prstGeom prst="rect">
            <a:avLst/>
          </a:prstGeom>
        </p:spPr>
      </p:pic>
      <p:pic>
        <p:nvPicPr>
          <p:cNvPr id="7" name="bottom-costa-rica-hibiscus" descr="s1-08-bottom-costa-rica-hibiscu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8940800"/>
            <a:ext cx="2463800" cy="2489200"/>
          </a:xfrm>
          <a:prstGeom prst="rect">
            <a:avLst/>
          </a:prstGeom>
        </p:spPr>
      </p:pic>
      <p:pic>
        <p:nvPicPr>
          <p:cNvPr id="8" name="bottom-santa-fe-chamisa" descr="s1-09-bottom-santa-fe-chamis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9667" y="8551333"/>
            <a:ext cx="2455333" cy="2878667"/>
          </a:xfrm>
          <a:prstGeom prst="rect">
            <a:avLst/>
          </a:prstGeom>
        </p:spPr>
      </p:pic>
      <p:pic>
        <p:nvPicPr>
          <p:cNvPr id="9" name="bottom-tamil-nadu-marigold" descr="s1-10-bottom-tamil-nadu-marigo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0" y="8805333"/>
            <a:ext cx="1921933" cy="2624667"/>
          </a:xfrm>
          <a:prstGeom prst="rect">
            <a:avLst/>
          </a:prstGeom>
        </p:spPr>
      </p:pic>
      <p:pic>
        <p:nvPicPr>
          <p:cNvPr id="10" name="bottom-norfolk-common-poppy" descr="s1-11-bottom-norfolk-common-popp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5067" y="8094133"/>
            <a:ext cx="1896533" cy="3335867"/>
          </a:xfrm>
          <a:prstGeom prst="rect">
            <a:avLst/>
          </a:prstGeom>
        </p:spPr>
      </p:pic>
      <p:pic>
        <p:nvPicPr>
          <p:cNvPr id="11" name="bottom-costa-rica-torch-ginger" descr="s1-12-bottom-costa-rica-torch-ging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2800" y="8009467"/>
            <a:ext cx="1981200" cy="3420533"/>
          </a:xfrm>
          <a:prstGeom prst="rect">
            <a:avLst/>
          </a:prstGeom>
        </p:spPr>
      </p:pic>
      <p:sp>
        <p:nvSpPr>
          <p:cNvPr id="12" name="headline"/>
          <p:cNvSpPr txBox="1"/>
          <p:nvPr/>
        </p:nvSpPr>
        <p:spPr>
          <a:xfrm>
            <a:off x="762000" y="3640667"/>
            <a:ext cx="762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870" b="1">
                <a:solidFill>
                  <a:srgbClr val="22371F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13" name="small-line"/>
          <p:cNvSpPr txBox="1"/>
          <p:nvPr/>
        </p:nvSpPr>
        <p:spPr>
          <a:xfrm>
            <a:off x="778933" y="6265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6826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