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0" y="474133"/>
            <a:ext cx="1270000" cy="1270000"/>
          </a:xfrm>
          <a:prstGeom prst="rect">
            <a:avLst/>
          </a:prstGeom>
        </p:spPr>
      </p:pic>
      <p:pic>
        <p:nvPicPr>
          <p:cNvPr id="4" name="norfolk-common-poppy" descr="s1-05-norfolk-common-pop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382933"/>
            <a:ext cx="2057400" cy="4047067"/>
          </a:xfrm>
          <a:prstGeom prst="rect">
            <a:avLst/>
          </a:prstGeom>
        </p:spPr>
      </p:pic>
      <p:pic>
        <p:nvPicPr>
          <p:cNvPr id="5" name="tamil-nadu-marigold" descr="s1-06-tamil-nadu-mari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533" y="8483600"/>
            <a:ext cx="2048933" cy="2946400"/>
          </a:xfrm>
          <a:prstGeom prst="rect">
            <a:avLst/>
          </a:prstGeom>
        </p:spPr>
      </p:pic>
      <p:pic>
        <p:nvPicPr>
          <p:cNvPr id="6" name="santa-fe-indian-paintbrush" descr="s1-07-santa-fe-indian-paintbru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1533" y="7162800"/>
            <a:ext cx="2387600" cy="4267200"/>
          </a:xfrm>
          <a:prstGeom prst="rect">
            <a:avLst/>
          </a:prstGeom>
        </p:spPr>
      </p:pic>
      <p:pic>
        <p:nvPicPr>
          <p:cNvPr id="7" name="costa-rica-hibiscus" descr="s1-08-costa-rica-hibiscu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3200" y="9110133"/>
            <a:ext cx="2302933" cy="2319867"/>
          </a:xfrm>
          <a:prstGeom prst="rect">
            <a:avLst/>
          </a:prstGeom>
        </p:spPr>
      </p:pic>
      <p:pic>
        <p:nvPicPr>
          <p:cNvPr id="8" name="santa-fe-chamisa" descr="s1-09-santa-fe-chamis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4533" y="7941733"/>
            <a:ext cx="2971800" cy="3488267"/>
          </a:xfrm>
          <a:prstGeom prst="rect">
            <a:avLst/>
          </a:prstGeom>
        </p:spPr>
      </p:pic>
      <p:pic>
        <p:nvPicPr>
          <p:cNvPr id="9" name="costa-rica-heliconia" descr="s1-10-costa-rica-heliconi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7067" y="6756400"/>
            <a:ext cx="2404533" cy="4673600"/>
          </a:xfrm>
          <a:prstGeom prst="rect">
            <a:avLst/>
          </a:prstGeom>
        </p:spPr>
      </p:pic>
      <p:pic>
        <p:nvPicPr>
          <p:cNvPr id="10" name="norfolk-cornflower" descr="s1-11-norfolk-cornflow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21600" y="7890933"/>
            <a:ext cx="1422400" cy="3539067"/>
          </a:xfrm>
          <a:prstGeom prst="rect">
            <a:avLst/>
          </a:prstGeom>
        </p:spPr>
      </p:pic>
      <p:sp>
        <p:nvSpPr>
          <p:cNvPr id="11" name="headline"/>
          <p:cNvSpPr txBox="1"/>
          <p:nvPr/>
        </p:nvSpPr>
        <p:spPr>
          <a:xfrm>
            <a:off x="762000" y="1947333"/>
            <a:ext cx="7620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13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12" name="small-line"/>
          <p:cNvSpPr txBox="1"/>
          <p:nvPr/>
        </p:nvSpPr>
        <p:spPr>
          <a:xfrm>
            <a:off x="778933" y="46566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329" b="1">
                <a:solidFill>
                  <a:srgbClr val="F3D27A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