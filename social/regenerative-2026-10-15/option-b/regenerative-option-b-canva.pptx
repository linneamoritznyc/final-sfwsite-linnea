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earthworm" descr="s1-04-earthw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7484533"/>
            <a:ext cx="4013200" cy="3945467"/>
          </a:xfrm>
          <a:prstGeom prst="rect">
            <a:avLst/>
          </a:prstGeom>
        </p:spPr>
      </p:pic>
      <p:pic>
        <p:nvPicPr>
          <p:cNvPr id="4" name="fern-fiddlehead" descr="s1-05-fern-fiddle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8500533"/>
            <a:ext cx="2370667" cy="26416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2540000"/>
            <a:ext cx="7924800" cy="338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74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6180667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59A66C"/>
                </a:solidFill>
                <a:latin typeface="Source Sans 3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pebbles" descr="s2-04-pebb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67" y="9110133"/>
            <a:ext cx="2201333" cy="2091267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acorns" descr="s3-04-acor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9584267"/>
            <a:ext cx="2370667" cy="1159933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0" y="541867"/>
            <a:ext cx="1168400" cy="1168400"/>
          </a:xfrm>
          <a:prstGeom prst="rect">
            <a:avLst/>
          </a:prstGeom>
        </p:spPr>
      </p:pic>
      <p:pic>
        <p:nvPicPr>
          <p:cNvPr id="4" name="moss-clump" descr="s4-04-moss-clu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33" y="9279467"/>
            <a:ext cx="2540000" cy="1752600"/>
          </a:xfrm>
          <a:prstGeom prst="rect">
            <a:avLst/>
          </a:prstGeom>
        </p:spPr>
      </p:pic>
      <p:sp>
        <p:nvSpPr>
          <p:cNvPr id="5" name="question"/>
          <p:cNvSpPr txBox="1"/>
          <p:nvPr/>
        </p:nvSpPr>
        <p:spPr>
          <a:xfrm>
            <a:off x="609600" y="2878667"/>
            <a:ext cx="7924800" cy="592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F4F1EA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06000"/>
              </a:lnSpc>
            </a:pPr>
            <a:r>
              <a:rPr sz="7200" b="1">
                <a:solidFill>
                  <a:srgbClr val="59A66C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667" y="762000"/>
            <a:ext cx="2201333" cy="4064000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1346200"/>
            <a:ext cx="2218267" cy="34036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8000" y="355600"/>
            <a:ext cx="2379133" cy="4368800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3867" y="143933"/>
            <a:ext cx="2472267" cy="4792133"/>
          </a:xfrm>
          <a:prstGeom prst="rect">
            <a:avLst/>
          </a:prstGeom>
        </p:spPr>
      </p:pic>
      <p:pic>
        <p:nvPicPr>
          <p:cNvPr id="7" name="logo" descr="s2-02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66000" y="9990667"/>
            <a:ext cx="1168400" cy="1168400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6096000"/>
            <a:ext cx="7924800" cy="279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33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9144000"/>
            <a:ext cx="7620000" cy="1100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70" b="1">
                <a:solidFill>
                  <a:srgbClr val="59A66C"/>
                </a:solidFill>
                <a:latin typeface="Source Sans 3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