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3979333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2000"/>
            <a:ext cx="9144000" cy="3048000"/>
          </a:xfrm>
          <a:prstGeom prst="rect">
            <a:avLst/>
          </a:prstGeom>
        </p:spPr>
      </p:pic>
      <p:pic>
        <p:nvPicPr>
          <p:cNvPr id="5" name="fern-fiddlehead" descr="s1-06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5808133"/>
            <a:ext cx="2794000" cy="3107267"/>
          </a:xfrm>
          <a:prstGeom prst="rect">
            <a:avLst/>
          </a:prstGeom>
        </p:spPr>
      </p:pic>
      <p:pic>
        <p:nvPicPr>
          <p:cNvPr id="6" name="earthworm" descr="s1-07-earthw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3267" y="9321800"/>
            <a:ext cx="1913467" cy="1676400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609600" y="609600"/>
            <a:ext cx="7924800" cy="1693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8" name="small-line"/>
          <p:cNvSpPr txBox="1"/>
          <p:nvPr/>
        </p:nvSpPr>
        <p:spPr>
          <a:xfrm>
            <a:off x="643467" y="2921000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3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2-04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oss-clump" descr="s2-05-moss-clu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2667" y="7653867"/>
            <a:ext cx="2540000" cy="17526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3-04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ushrooms" descr="s3-05-mush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7333" y="6485467"/>
            <a:ext cx="2370667" cy="29210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4-04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ern-fiddlehead" descr="s4-05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7230533"/>
            <a:ext cx="1947333" cy="2167467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5-02-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4064000"/>
          </a:xfrm>
          <a:prstGeom prst="rect">
            <a:avLst/>
          </a:prstGeom>
        </p:spPr>
      </p:pic>
      <p:pic>
        <p:nvPicPr>
          <p:cNvPr id="4" name="soil-strip" descr="s5-05-soil-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lower-poppy" descr="s5-06-flower-pop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33" y="5130800"/>
            <a:ext cx="2125133" cy="4097867"/>
          </a:xfrm>
          <a:prstGeom prst="rect">
            <a:avLst/>
          </a:prstGeom>
        </p:spPr>
      </p:pic>
      <p:pic>
        <p:nvPicPr>
          <p:cNvPr id="6" name="flower-marigold" descr="s5-07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2200" y="5706533"/>
            <a:ext cx="2218267" cy="3522133"/>
          </a:xfrm>
          <a:prstGeom prst="rect">
            <a:avLst/>
          </a:prstGeom>
        </p:spPr>
      </p:pic>
      <p:pic>
        <p:nvPicPr>
          <p:cNvPr id="7" name="flower-paintbrush" descr="s5-08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9533" y="4707467"/>
            <a:ext cx="2387600" cy="4521200"/>
          </a:xfrm>
          <a:prstGeom prst="rect">
            <a:avLst/>
          </a:prstGeom>
        </p:spPr>
      </p:pic>
      <p:pic>
        <p:nvPicPr>
          <p:cNvPr id="8" name="flower-heliconia" descr="s5-09-flower-helico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6267" y="4673600"/>
            <a:ext cx="2167467" cy="4555067"/>
          </a:xfrm>
          <a:prstGeom prst="rect">
            <a:avLst/>
          </a:prstGeom>
        </p:spPr>
      </p:pic>
      <p:sp>
        <p:nvSpPr>
          <p:cNvPr id="9" name="headline"/>
          <p:cNvSpPr txBox="1"/>
          <p:nvPr/>
        </p:nvSpPr>
        <p:spPr>
          <a:xfrm>
            <a:off x="609600" y="609600"/>
            <a:ext cx="7924800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10" name="small-line"/>
          <p:cNvSpPr txBox="1"/>
          <p:nvPr/>
        </p:nvSpPr>
        <p:spPr>
          <a:xfrm>
            <a:off x="643467" y="2878667"/>
            <a:ext cx="76200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3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