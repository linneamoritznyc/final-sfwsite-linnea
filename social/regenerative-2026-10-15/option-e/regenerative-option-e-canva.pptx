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high-five-at-compost" descr="s1-02-photo-high-five-at-compo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band" descr="s1-03-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27940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541867"/>
            <a:ext cx="79248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09600" y="1998133"/>
            <a:ext cx="7924800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4F1EA"/>
                </a:solidFill>
                <a:latin typeface="Source Sans 3"/>
              </a:rPr>
              <a:t>And who gets to decide?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7" y="2099733"/>
            <a:ext cx="2489200" cy="4605867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467" y="2861733"/>
            <a:ext cx="2446867" cy="37592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400" y="1532467"/>
            <a:ext cx="2658533" cy="4893733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236133"/>
            <a:ext cx="2743200" cy="5317067"/>
          </a:xfrm>
          <a:prstGeom prst="rect">
            <a:avLst/>
          </a:prstGeom>
        </p:spPr>
      </p:pic>
      <p:pic>
        <p:nvPicPr>
          <p:cNvPr id="7" name="band" descr="s5-06-b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704667"/>
            <a:ext cx="9144000" cy="3725333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8246533"/>
            <a:ext cx="7924800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09600" y="102446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4F1EA"/>
                </a:solidFill>
                <a:latin typeface="Source Sans 3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