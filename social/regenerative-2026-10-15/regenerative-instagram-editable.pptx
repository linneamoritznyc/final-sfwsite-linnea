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s1-02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541867"/>
            <a:ext cx="1524000" cy="1320800"/>
          </a:xfrm>
          <a:prstGeom prst="rect">
            <a:avLst/>
          </a:prstGeom>
        </p:spPr>
      </p:pic>
      <p:pic>
        <p:nvPicPr>
          <p:cNvPr id="4" name="flower-cornflower" descr="s1-05-flower-cornflow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027333"/>
            <a:ext cx="2082800" cy="4402667"/>
          </a:xfrm>
          <a:prstGeom prst="rect">
            <a:avLst/>
          </a:prstGeom>
        </p:spPr>
      </p:pic>
      <p:pic>
        <p:nvPicPr>
          <p:cNvPr id="5" name="flower-marigold" descr="s1-06-flower-mari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933" y="8314267"/>
            <a:ext cx="2167467" cy="3115733"/>
          </a:xfrm>
          <a:prstGeom prst="rect">
            <a:avLst/>
          </a:prstGeom>
        </p:spPr>
      </p:pic>
      <p:pic>
        <p:nvPicPr>
          <p:cNvPr id="6" name="flower-paintbrush" descr="s1-07-flower-paintbrus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9733" y="6824133"/>
            <a:ext cx="2573867" cy="4605867"/>
          </a:xfrm>
          <a:prstGeom prst="rect">
            <a:avLst/>
          </a:prstGeom>
        </p:spPr>
      </p:pic>
      <p:pic>
        <p:nvPicPr>
          <p:cNvPr id="7" name="flower-hibiscus" descr="s1-08-flower-hibiscu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5200" y="8923867"/>
            <a:ext cx="2463800" cy="2506133"/>
          </a:xfrm>
          <a:prstGeom prst="rect">
            <a:avLst/>
          </a:prstGeom>
        </p:spPr>
      </p:pic>
      <p:pic>
        <p:nvPicPr>
          <p:cNvPr id="8" name="flower-chamisa" descr="s1-09-flower-chamis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7267" y="7755467"/>
            <a:ext cx="3098800" cy="3674533"/>
          </a:xfrm>
          <a:prstGeom prst="rect">
            <a:avLst/>
          </a:prstGeom>
        </p:spPr>
      </p:pic>
      <p:pic>
        <p:nvPicPr>
          <p:cNvPr id="9" name="flower-heliconia" descr="s1-10-flower-heliconi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94400" y="6400800"/>
            <a:ext cx="2573867" cy="5029200"/>
          </a:xfrm>
          <a:prstGeom prst="rect">
            <a:avLst/>
          </a:prstGeom>
        </p:spPr>
      </p:pic>
      <p:pic>
        <p:nvPicPr>
          <p:cNvPr id="10" name="flower-cornflower-2" descr="s1-11-flower-cornflower-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96667" y="7535333"/>
            <a:ext cx="1947333" cy="3894667"/>
          </a:xfrm>
          <a:prstGeom prst="rect">
            <a:avLst/>
          </a:prstGeom>
        </p:spPr>
      </p:pic>
      <p:sp>
        <p:nvSpPr>
          <p:cNvPr id="11" name="headline"/>
          <p:cNvSpPr txBox="1"/>
          <p:nvPr/>
        </p:nvSpPr>
        <p:spPr>
          <a:xfrm>
            <a:off x="762000" y="2794000"/>
            <a:ext cx="7620000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130" b="1">
                <a:solidFill>
                  <a:srgbClr val="22371F"/>
                </a:solidFill>
                <a:latin typeface="Montserrat"/>
              </a:rPr>
              <a:t>What does Regenerative actually mean?</a:t>
            </a:r>
          </a:p>
        </p:txBody>
      </p:sp>
      <p:sp>
        <p:nvSpPr>
          <p:cNvPr id="12" name="small-line"/>
          <p:cNvSpPr txBox="1"/>
          <p:nvPr/>
        </p:nvSpPr>
        <p:spPr>
          <a:xfrm>
            <a:off x="778933" y="5503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329" b="1">
                <a:solidFill>
                  <a:srgbClr val="156826"/>
                </a:solidFill>
                <a:latin typeface="Source Sans Pro"/>
              </a:rPr>
              <a:t>And who gets to decide?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