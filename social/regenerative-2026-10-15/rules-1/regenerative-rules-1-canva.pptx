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s1-01-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sp>
        <p:nvSpPr>
          <p:cNvPr id="3" name="headline"/>
          <p:cNvSpPr txBox="1"/>
          <p:nvPr/>
        </p:nvSpPr>
        <p:spPr>
          <a:xfrm>
            <a:off x="812800" y="7027333"/>
            <a:ext cx="7518400" cy="2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b="1">
                <a:solidFill>
                  <a:srgbClr val="F4F1EA"/>
                </a:solidFill>
                <a:latin typeface="Montserrat"/>
              </a:rPr>
              <a:t>What does Regenerative actually mean?</a:t>
            </a:r>
          </a:p>
        </p:txBody>
      </p:sp>
      <p:sp>
        <p:nvSpPr>
          <p:cNvPr id="4" name="small-line"/>
          <p:cNvSpPr txBox="1"/>
          <p:nvPr/>
        </p:nvSpPr>
        <p:spPr>
          <a:xfrm>
            <a:off x="829733" y="9482667"/>
            <a:ext cx="75184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70" b="1">
                <a:solidFill>
                  <a:srgbClr val="59A66C"/>
                </a:solidFill>
                <a:latin typeface="Source Sans Pro"/>
              </a:rPr>
              <a:t>And who gets to decide?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