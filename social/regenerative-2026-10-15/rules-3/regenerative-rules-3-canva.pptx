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word-regenerative-soil" descr="s1-03-word-regenerative-so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809067"/>
            <a:ext cx="8178800" cy="1219200"/>
          </a:xfrm>
          <a:prstGeom prst="rect">
            <a:avLst/>
          </a:prstGeom>
        </p:spPr>
      </p:pic>
      <p:sp>
        <p:nvSpPr>
          <p:cNvPr id="4" name="what-does"/>
          <p:cNvSpPr txBox="1"/>
          <p:nvPr/>
        </p:nvSpPr>
        <p:spPr>
          <a:xfrm>
            <a:off x="524933" y="3979333"/>
            <a:ext cx="80941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70" b="1">
                <a:solidFill>
                  <a:srgbClr val="4F3433"/>
                </a:solidFill>
                <a:latin typeface="Montserrat"/>
              </a:rPr>
              <a:t>What does</a:t>
            </a:r>
          </a:p>
        </p:txBody>
      </p:sp>
      <p:sp>
        <p:nvSpPr>
          <p:cNvPr id="5" name="actually-mean"/>
          <p:cNvSpPr txBox="1"/>
          <p:nvPr/>
        </p:nvSpPr>
        <p:spPr>
          <a:xfrm>
            <a:off x="524933" y="6223000"/>
            <a:ext cx="80941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70" b="1">
                <a:solidFill>
                  <a:srgbClr val="4F3433"/>
                </a:solidFill>
                <a:latin typeface="Montserrat"/>
              </a:rPr>
              <a:t>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541867" y="7281333"/>
            <a:ext cx="80941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