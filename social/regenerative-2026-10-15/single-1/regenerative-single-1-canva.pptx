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1-02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4400" y="474133"/>
            <a:ext cx="1270000" cy="1100667"/>
          </a:xfrm>
          <a:prstGeom prst="rect">
            <a:avLst/>
          </a:prstGeom>
        </p:spPr>
      </p:pic>
      <p:pic>
        <p:nvPicPr>
          <p:cNvPr id="4" name="soil-strip" descr="s1-05-soil-str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551333"/>
            <a:ext cx="9144000" cy="2878667"/>
          </a:xfrm>
          <a:prstGeom prst="rect">
            <a:avLst/>
          </a:prstGeom>
        </p:spPr>
      </p:pic>
      <p:pic>
        <p:nvPicPr>
          <p:cNvPr id="5" name="mushrooms" descr="s1-06-mushroom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9333" y="6350000"/>
            <a:ext cx="2201333" cy="2709333"/>
          </a:xfrm>
          <a:prstGeom prst="rect">
            <a:avLst/>
          </a:prstGeom>
        </p:spPr>
      </p:pic>
      <p:pic>
        <p:nvPicPr>
          <p:cNvPr id="6" name="fern-fiddlehead" descr="s1-07-fern-fiddlehea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4000" y="6417733"/>
            <a:ext cx="2370667" cy="2641600"/>
          </a:xfrm>
          <a:prstGeom prst="rect">
            <a:avLst/>
          </a:prstGeom>
        </p:spPr>
      </p:pic>
      <p:pic>
        <p:nvPicPr>
          <p:cNvPr id="7" name="moss" descr="s1-08-mo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5333" y="7433733"/>
            <a:ext cx="2370667" cy="1634067"/>
          </a:xfrm>
          <a:prstGeom prst="rect">
            <a:avLst/>
          </a:prstGeom>
        </p:spPr>
      </p:pic>
      <p:sp>
        <p:nvSpPr>
          <p:cNvPr id="8" name="headline"/>
          <p:cNvSpPr txBox="1"/>
          <p:nvPr/>
        </p:nvSpPr>
        <p:spPr>
          <a:xfrm>
            <a:off x="609600" y="1947333"/>
            <a:ext cx="7924800" cy="2878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6930" b="1">
                <a:solidFill>
                  <a:srgbClr val="4F3433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9" name="small-line"/>
          <p:cNvSpPr txBox="1"/>
          <p:nvPr/>
        </p:nvSpPr>
        <p:spPr>
          <a:xfrm>
            <a:off x="643467" y="4995333"/>
            <a:ext cx="7620000" cy="592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729" b="1">
                <a:solidFill>
                  <a:srgbClr val="156826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