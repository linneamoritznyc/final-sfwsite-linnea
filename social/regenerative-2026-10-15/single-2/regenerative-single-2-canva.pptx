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474133"/>
            <a:ext cx="1270000" cy="1270000"/>
          </a:xfrm>
          <a:prstGeom prst="rect">
            <a:avLst/>
          </a:prstGeom>
        </p:spPr>
      </p:pic>
      <p:pic>
        <p:nvPicPr>
          <p:cNvPr id="4" name="flower-poppy" descr="s1-05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67" y="7018867"/>
            <a:ext cx="2294467" cy="4250267"/>
          </a:xfrm>
          <a:prstGeom prst="rect">
            <a:avLst/>
          </a:prstGeom>
        </p:spPr>
      </p:pic>
      <p:pic>
        <p:nvPicPr>
          <p:cNvPr id="5" name="flower-marigold" descr="s1-06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7772400"/>
            <a:ext cx="2336800" cy="3589867"/>
          </a:xfrm>
          <a:prstGeom prst="rect">
            <a:avLst/>
          </a:prstGeom>
        </p:spPr>
      </p:pic>
      <p:pic>
        <p:nvPicPr>
          <p:cNvPr id="6" name="flower-paintbrush" descr="s1-07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0333" y="6697133"/>
            <a:ext cx="2455333" cy="4555067"/>
          </a:xfrm>
          <a:prstGeom prst="rect">
            <a:avLst/>
          </a:prstGeom>
        </p:spPr>
      </p:pic>
      <p:pic>
        <p:nvPicPr>
          <p:cNvPr id="7" name="flower-heliconia" descr="s1-08-flower-helicon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6200" y="6485467"/>
            <a:ext cx="2556933" cy="49445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1693333"/>
            <a:ext cx="79248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93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43467" y="4741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729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