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1143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1-01-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logo" descr="s1-02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4400" y="474133"/>
            <a:ext cx="1270000" cy="1270000"/>
          </a:xfrm>
          <a:prstGeom prst="rect">
            <a:avLst/>
          </a:prstGeom>
        </p:spPr>
      </p:pic>
      <p:pic>
        <p:nvPicPr>
          <p:cNvPr id="4" name="flower-poppy" descr="s1-05-flower-popp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867" y="7018867"/>
            <a:ext cx="2294467" cy="4250267"/>
          </a:xfrm>
          <a:prstGeom prst="rect">
            <a:avLst/>
          </a:prstGeom>
        </p:spPr>
      </p:pic>
      <p:pic>
        <p:nvPicPr>
          <p:cNvPr id="5" name="flower-marigold" descr="s1-06-flower-mari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87600" y="7772400"/>
            <a:ext cx="2336800" cy="3589867"/>
          </a:xfrm>
          <a:prstGeom prst="rect">
            <a:avLst/>
          </a:prstGeom>
        </p:spPr>
      </p:pic>
      <p:pic>
        <p:nvPicPr>
          <p:cNvPr id="6" name="flower-paintbrush" descr="s1-07-flower-paintbrus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60333" y="6697133"/>
            <a:ext cx="2455333" cy="4555067"/>
          </a:xfrm>
          <a:prstGeom prst="rect">
            <a:avLst/>
          </a:prstGeom>
        </p:spPr>
      </p:pic>
      <p:pic>
        <p:nvPicPr>
          <p:cNvPr id="7" name="flower-heliconia" descr="s1-08-flower-heliconi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6200" y="6485467"/>
            <a:ext cx="2556933" cy="4944533"/>
          </a:xfrm>
          <a:prstGeom prst="rect">
            <a:avLst/>
          </a:prstGeom>
        </p:spPr>
      </p:pic>
      <p:sp>
        <p:nvSpPr>
          <p:cNvPr id="8" name="headline"/>
          <p:cNvSpPr txBox="1"/>
          <p:nvPr/>
        </p:nvSpPr>
        <p:spPr>
          <a:xfrm>
            <a:off x="609600" y="1693333"/>
            <a:ext cx="7924800" cy="28786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6930" b="1">
                <a:solidFill>
                  <a:srgbClr val="F4F1EA"/>
                </a:solidFill>
                <a:latin typeface="Montserrat"/>
              </a:rPr>
              <a:t>What does Regenerative actually mean?</a:t>
            </a:r>
          </a:p>
        </p:txBody>
      </p:sp>
      <p:sp>
        <p:nvSpPr>
          <p:cNvPr id="9" name="small-line"/>
          <p:cNvSpPr txBox="1"/>
          <p:nvPr/>
        </p:nvSpPr>
        <p:spPr>
          <a:xfrm>
            <a:off x="643467" y="4741333"/>
            <a:ext cx="7620000" cy="5926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729" b="1">
                <a:solidFill>
                  <a:srgbClr val="59A66C"/>
                </a:solidFill>
                <a:latin typeface="Source Sans Pro"/>
              </a:rPr>
              <a:t>And who gets to decide?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