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photo-high-five-at-compost" descr="s1-02-photo-high-five-at-compo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6942667"/>
          </a:xfrm>
          <a:prstGeom prst="rect">
            <a:avLst/>
          </a:prstGeom>
        </p:spPr>
      </p:pic>
      <p:pic>
        <p:nvPicPr>
          <p:cNvPr id="4" name="logo" descr="s1-03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6000" y="338667"/>
            <a:ext cx="1168400" cy="1168400"/>
          </a:xfrm>
          <a:prstGeom prst="rect">
            <a:avLst/>
          </a:prstGeom>
        </p:spPr>
      </p:pic>
      <p:sp>
        <p:nvSpPr>
          <p:cNvPr id="5" name="headline"/>
          <p:cNvSpPr txBox="1"/>
          <p:nvPr/>
        </p:nvSpPr>
        <p:spPr>
          <a:xfrm>
            <a:off x="609600" y="7281333"/>
            <a:ext cx="7924800" cy="2370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6130" b="1">
                <a:solidFill>
                  <a:srgbClr val="4F3433"/>
                </a:solidFill>
                <a:latin typeface="Montserrat"/>
              </a:rPr>
              <a:t>What does Regenerative actually mean?</a:t>
            </a:r>
          </a:p>
        </p:txBody>
      </p:sp>
      <p:sp>
        <p:nvSpPr>
          <p:cNvPr id="6" name="small-line"/>
          <p:cNvSpPr txBox="1"/>
          <p:nvPr/>
        </p:nvSpPr>
        <p:spPr>
          <a:xfrm>
            <a:off x="643467" y="9906000"/>
            <a:ext cx="7620000" cy="5418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329" b="1">
                <a:solidFill>
                  <a:srgbClr val="156826"/>
                </a:solidFill>
                <a:latin typeface="Source Sans Pro"/>
              </a:rPr>
              <a:t>And who gets to decide?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