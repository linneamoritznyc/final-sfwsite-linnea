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4741333"/>
          </a:xfrm>
          <a:prstGeom prst="rect">
            <a:avLst/>
          </a:prstGeom>
        </p:spPr>
      </p:pic>
      <p:pic>
        <p:nvPicPr>
          <p:cNvPr id="4" name="logo" descr="s1-03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338667"/>
            <a:ext cx="1168400" cy="1168400"/>
          </a:xfrm>
          <a:prstGeom prst="rect">
            <a:avLst/>
          </a:prstGeom>
        </p:spPr>
      </p:pic>
      <p:pic>
        <p:nvPicPr>
          <p:cNvPr id="5" name="rule-1" descr="s1-07-rule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7501467"/>
            <a:ext cx="7924800" cy="25400"/>
          </a:xfrm>
          <a:prstGeom prst="rect">
            <a:avLst/>
          </a:prstGeom>
        </p:spPr>
      </p:pic>
      <p:pic>
        <p:nvPicPr>
          <p:cNvPr id="6" name="rule-2" descr="s1-07-rule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8085667"/>
            <a:ext cx="7924800" cy="25400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609600" y="4995333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8" name="small-line"/>
          <p:cNvSpPr txBox="1"/>
          <p:nvPr/>
        </p:nvSpPr>
        <p:spPr>
          <a:xfrm>
            <a:off x="626533" y="6307667"/>
            <a:ext cx="6773333" cy="423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  <p:sp>
        <p:nvSpPr>
          <p:cNvPr id="9" name="question-1"/>
          <p:cNvSpPr txBox="1"/>
          <p:nvPr/>
        </p:nvSpPr>
        <p:spPr>
          <a:xfrm>
            <a:off x="609600" y="7027333"/>
            <a:ext cx="7924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70" b="1">
                <a:solidFill>
                  <a:srgbClr val="4F3433"/>
                </a:solidFill>
                <a:latin typeface="Montserrat"/>
              </a:rPr>
              <a:t>A destination </a:t>
            </a:r>
            <a:r>
              <a:rPr sz="267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  <p:sp>
        <p:nvSpPr>
          <p:cNvPr id="10" name="question-2"/>
          <p:cNvSpPr txBox="1"/>
          <p:nvPr/>
        </p:nvSpPr>
        <p:spPr>
          <a:xfrm>
            <a:off x="609600" y="7611533"/>
            <a:ext cx="7924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70" b="1">
                <a:solidFill>
                  <a:srgbClr val="4F3433"/>
                </a:solidFill>
                <a:latin typeface="Montserrat"/>
              </a:rPr>
              <a:t>A certified status </a:t>
            </a:r>
            <a:r>
              <a:rPr sz="267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  <p:sp>
        <p:nvSpPr>
          <p:cNvPr id="11" name="question-3"/>
          <p:cNvSpPr txBox="1"/>
          <p:nvPr/>
        </p:nvSpPr>
        <p:spPr>
          <a:xfrm>
            <a:off x="609600" y="8195733"/>
            <a:ext cx="79248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70" b="1">
                <a:solidFill>
                  <a:srgbClr val="4F3433"/>
                </a:solidFill>
                <a:latin typeface="Montserrat"/>
              </a:rPr>
              <a:t>A premium product, </a:t>
            </a:r>
            <a:r>
              <a:rPr sz="267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  <p:sp>
        <p:nvSpPr>
          <p:cNvPr id="12" name="cta"/>
          <p:cNvSpPr txBox="1"/>
          <p:nvPr/>
        </p:nvSpPr>
        <p:spPr>
          <a:xfrm>
            <a:off x="626533" y="10498667"/>
            <a:ext cx="79248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70" b="1">
                <a:solidFill>
                  <a:srgbClr val="4F3433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