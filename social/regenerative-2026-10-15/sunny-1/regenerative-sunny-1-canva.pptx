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762000" y="1270000"/>
            <a:ext cx="7620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130" b="1">
                <a:solidFill>
                  <a:srgbClr val="FFFFFF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778933" y="3979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329" b="1">
                <a:solidFill>
                  <a:srgbClr val="FFFFFF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