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762000" y="1270000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130" b="1">
                <a:solidFill>
                  <a:srgbClr val="FFFFF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4" name="small-line"/>
          <p:cNvSpPr txBox="1"/>
          <p:nvPr/>
        </p:nvSpPr>
        <p:spPr>
          <a:xfrm>
            <a:off x="778933" y="3979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FFFFFF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