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1-01-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sp>
        <p:nvSpPr>
          <p:cNvPr id="3" name="headline"/>
          <p:cNvSpPr txBox="1"/>
          <p:nvPr/>
        </p:nvSpPr>
        <p:spPr>
          <a:xfrm>
            <a:off x="762000" y="762000"/>
            <a:ext cx="7620000" cy="2370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330" b="1">
                <a:solidFill>
                  <a:srgbClr val="22371F"/>
                </a:solidFill>
                <a:latin typeface="Montserrat"/>
              </a:rPr>
              <a:t>What does Regenerative actually mean?</a:t>
            </a:r>
          </a:p>
        </p:txBody>
      </p:sp>
      <p:sp>
        <p:nvSpPr>
          <p:cNvPr id="4" name="small-line"/>
          <p:cNvSpPr txBox="1"/>
          <p:nvPr/>
        </p:nvSpPr>
        <p:spPr>
          <a:xfrm>
            <a:off x="778933" y="3090333"/>
            <a:ext cx="7620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70" b="1">
                <a:solidFill>
                  <a:srgbClr val="22371F"/>
                </a:solidFill>
                <a:latin typeface="Source Sans Pro"/>
              </a:rPr>
              <a:t>And who gets to decide?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