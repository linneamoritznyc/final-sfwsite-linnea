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halo" descr="02-ha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3" y="1185333"/>
            <a:ext cx="6773333" cy="8466667"/>
          </a:xfrm>
          <a:prstGeom prst="rect">
            <a:avLst/>
          </a:prstGeom>
        </p:spPr>
      </p:pic>
      <p:pic>
        <p:nvPicPr>
          <p:cNvPr id="4" name="photo-poppy-field-group-shadow" descr="03-photo-poppy-field-group-shad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7" y="711200"/>
            <a:ext cx="3657600" cy="4334933"/>
          </a:xfrm>
          <a:prstGeom prst="rect">
            <a:avLst/>
          </a:prstGeom>
        </p:spPr>
      </p:pic>
      <p:pic>
        <p:nvPicPr>
          <p:cNvPr id="5" name="photo-poppy-field-group" descr="04-photo-poppy-field-gro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67" y="1270000"/>
            <a:ext cx="2540000" cy="3217333"/>
          </a:xfrm>
          <a:prstGeom prst="rect">
            <a:avLst/>
          </a:prstGeom>
        </p:spPr>
      </p:pic>
      <p:pic>
        <p:nvPicPr>
          <p:cNvPr id="6" name="flower-foxglove-shadow" descr="05-flower-foxglove-shad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1200" y="457200"/>
            <a:ext cx="2387600" cy="4013200"/>
          </a:xfrm>
          <a:prstGeom prst="rect">
            <a:avLst/>
          </a:prstGeom>
        </p:spPr>
      </p:pic>
      <p:pic>
        <p:nvPicPr>
          <p:cNvPr id="7" name="flower-foxglove" descr="06-flower-foxglov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0000" y="1016000"/>
            <a:ext cx="1270000" cy="2895600"/>
          </a:xfrm>
          <a:prstGeom prst="rect">
            <a:avLst/>
          </a:prstGeom>
        </p:spPr>
      </p:pic>
      <p:pic>
        <p:nvPicPr>
          <p:cNvPr id="8" name="photo-high-five-compost-shadow" descr="07-photo-high-five-compost-shado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72533"/>
            <a:ext cx="4114800" cy="3234267"/>
          </a:xfrm>
          <a:prstGeom prst="rect">
            <a:avLst/>
          </a:prstGeom>
        </p:spPr>
      </p:pic>
      <p:pic>
        <p:nvPicPr>
          <p:cNvPr id="9" name="photo-high-five-compost" descr="08-photo-high-five-compo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8000" y="931333"/>
            <a:ext cx="3048000" cy="2116667"/>
          </a:xfrm>
          <a:prstGeom prst="rect">
            <a:avLst/>
          </a:prstGeom>
        </p:spPr>
      </p:pic>
      <p:pic>
        <p:nvPicPr>
          <p:cNvPr id="10" name="flower-orchid-shadow" descr="09-flower-orchid-shado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0" y="1676400"/>
            <a:ext cx="3513667" cy="3081867"/>
          </a:xfrm>
          <a:prstGeom prst="rect">
            <a:avLst/>
          </a:prstGeom>
        </p:spPr>
      </p:pic>
      <p:pic>
        <p:nvPicPr>
          <p:cNvPr id="11" name="flower-orchid" descr="10-flower-orchi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16400" y="2235200"/>
            <a:ext cx="2396067" cy="1964267"/>
          </a:xfrm>
          <a:prstGeom prst="rect">
            <a:avLst/>
          </a:prstGeom>
        </p:spPr>
      </p:pic>
      <p:pic>
        <p:nvPicPr>
          <p:cNvPr id="12" name="photo-microscope-santa-fe-shadow" descr="11-photo-microscope-santa-fe-shado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0533" y="4182533"/>
            <a:ext cx="3183467" cy="3403600"/>
          </a:xfrm>
          <a:prstGeom prst="rect">
            <a:avLst/>
          </a:prstGeom>
        </p:spPr>
      </p:pic>
      <p:pic>
        <p:nvPicPr>
          <p:cNvPr id="13" name="photo-microscope-santa-fe" descr="12-photo-microscope-santa-f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9333" y="4741333"/>
            <a:ext cx="2286000" cy="2286000"/>
          </a:xfrm>
          <a:prstGeom prst="rect">
            <a:avLst/>
          </a:prstGeom>
        </p:spPr>
      </p:pic>
      <p:pic>
        <p:nvPicPr>
          <p:cNvPr id="14" name="photo-hands-in-compost-shadow" descr="13-photo-hands-in-compost-shado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45200" y="7061200"/>
            <a:ext cx="3098800" cy="3911600"/>
          </a:xfrm>
          <a:prstGeom prst="rect">
            <a:avLst/>
          </a:prstGeom>
        </p:spPr>
      </p:pic>
      <p:pic>
        <p:nvPicPr>
          <p:cNvPr id="15" name="photo-hands-in-compost" descr="14-photo-hands-in-compos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4000" y="7620000"/>
            <a:ext cx="2116667" cy="2794000"/>
          </a:xfrm>
          <a:prstGeom prst="rect">
            <a:avLst/>
          </a:prstGeom>
        </p:spPr>
      </p:pic>
      <p:pic>
        <p:nvPicPr>
          <p:cNvPr id="16" name="flower-hibiscus-shadow" descr="15-flower-hibiscus-shadow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61467" y="8754533"/>
            <a:ext cx="2954867" cy="2675467"/>
          </a:xfrm>
          <a:prstGeom prst="rect">
            <a:avLst/>
          </a:prstGeom>
        </p:spPr>
      </p:pic>
      <p:pic>
        <p:nvPicPr>
          <p:cNvPr id="17" name="flower-hibiscus" descr="16-flower-hibiscus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20267" y="9313333"/>
            <a:ext cx="1837267" cy="2032000"/>
          </a:xfrm>
          <a:prstGeom prst="rect">
            <a:avLst/>
          </a:prstGeom>
        </p:spPr>
      </p:pic>
      <p:pic>
        <p:nvPicPr>
          <p:cNvPr id="18" name="photo-laughing-at-microscope-shadow" descr="17-photo-laughing-at-microscope-shadow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35200" y="7992533"/>
            <a:ext cx="4334933" cy="3318933"/>
          </a:xfrm>
          <a:prstGeom prst="rect">
            <a:avLst/>
          </a:prstGeom>
        </p:spPr>
      </p:pic>
      <p:pic>
        <p:nvPicPr>
          <p:cNvPr id="19" name="photo-laughing-at-microscope" descr="18-photo-laughing-at-microscop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94000" y="8551333"/>
            <a:ext cx="3217333" cy="2201333"/>
          </a:xfrm>
          <a:prstGeom prst="rect">
            <a:avLst/>
          </a:prstGeom>
        </p:spPr>
      </p:pic>
      <p:pic>
        <p:nvPicPr>
          <p:cNvPr id="20" name="flower-marigold-shadow" descr="19-flower-marigold-shadow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43000" y="6874933"/>
            <a:ext cx="2455333" cy="3183467"/>
          </a:xfrm>
          <a:prstGeom prst="rect">
            <a:avLst/>
          </a:prstGeom>
        </p:spPr>
      </p:pic>
      <p:pic>
        <p:nvPicPr>
          <p:cNvPr id="21" name="flower-marigold" descr="20-flower-marigol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01800" y="7433733"/>
            <a:ext cx="1337733" cy="2065867"/>
          </a:xfrm>
          <a:prstGeom prst="rect">
            <a:avLst/>
          </a:prstGeom>
        </p:spPr>
      </p:pic>
      <p:pic>
        <p:nvPicPr>
          <p:cNvPr id="22" name="photo-soil-in-hand-shadow" descr="21-photo-soil-in-hand-shadow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4859867"/>
            <a:ext cx="3183467" cy="3234267"/>
          </a:xfrm>
          <a:prstGeom prst="rect">
            <a:avLst/>
          </a:prstGeom>
        </p:spPr>
      </p:pic>
      <p:pic>
        <p:nvPicPr>
          <p:cNvPr id="23" name="photo-soil-in-hand" descr="22-photo-soil-in-han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08000" y="5418667"/>
            <a:ext cx="2116667" cy="2116667"/>
          </a:xfrm>
          <a:prstGeom prst="rect">
            <a:avLst/>
          </a:prstGeom>
        </p:spPr>
      </p:pic>
      <p:pic>
        <p:nvPicPr>
          <p:cNvPr id="24" name="flower-jasmine-shadow" descr="23-flower-jasmine-shadow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3801533"/>
            <a:ext cx="2616200" cy="2556933"/>
          </a:xfrm>
          <a:prstGeom prst="rect">
            <a:avLst/>
          </a:prstGeom>
        </p:spPr>
      </p:pic>
      <p:pic>
        <p:nvPicPr>
          <p:cNvPr id="25" name="flower-jasmine" descr="24-flower-jasmin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3933" y="4360333"/>
            <a:ext cx="1913467" cy="1439333"/>
          </a:xfrm>
          <a:prstGeom prst="rect">
            <a:avLst/>
          </a:prstGeom>
        </p:spPr>
      </p:pic>
      <p:pic>
        <p:nvPicPr>
          <p:cNvPr id="26" name="flower-poppy-shadow" descr="25-flower-poppy-shadow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5467" y="8263467"/>
            <a:ext cx="2438400" cy="3166533"/>
          </a:xfrm>
          <a:prstGeom prst="rect">
            <a:avLst/>
          </a:prstGeom>
        </p:spPr>
      </p:pic>
      <p:pic>
        <p:nvPicPr>
          <p:cNvPr id="27" name="flower-poppy" descr="26-flower-poppy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4267" y="8822267"/>
            <a:ext cx="1320800" cy="2336800"/>
          </a:xfrm>
          <a:prstGeom prst="rect">
            <a:avLst/>
          </a:prstGeom>
        </p:spPr>
      </p:pic>
      <p:pic>
        <p:nvPicPr>
          <p:cNvPr id="28" name="candle-glow" descr="27-candle-glow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471333" y="1524000"/>
            <a:ext cx="2201333" cy="2201333"/>
          </a:xfrm>
          <a:prstGeom prst="rect">
            <a:avLst/>
          </a:prstGeom>
        </p:spPr>
      </p:pic>
      <p:pic>
        <p:nvPicPr>
          <p:cNvPr id="29" name="candle-shadow" descr="28-candle-shadow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759200" y="1752600"/>
            <a:ext cx="1625600" cy="3268133"/>
          </a:xfrm>
          <a:prstGeom prst="rect">
            <a:avLst/>
          </a:prstGeom>
        </p:spPr>
      </p:pic>
      <p:pic>
        <p:nvPicPr>
          <p:cNvPr id="30" name="candle" descr="29-candl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165600" y="2159000"/>
            <a:ext cx="812800" cy="2455333"/>
          </a:xfrm>
          <a:prstGeom prst="rect">
            <a:avLst/>
          </a:prstGeom>
        </p:spPr>
      </p:pic>
      <p:pic>
        <p:nvPicPr>
          <p:cNvPr id="31" name="confetti-2-shadow" descr="30-confetti-2-shadow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452533" y="3894667"/>
            <a:ext cx="677333" cy="677333"/>
          </a:xfrm>
          <a:prstGeom prst="rect">
            <a:avLst/>
          </a:prstGeom>
        </p:spPr>
      </p:pic>
      <p:pic>
        <p:nvPicPr>
          <p:cNvPr id="32" name="confetti-2" descr="31-confetti-2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06533" y="4148667"/>
            <a:ext cx="169333" cy="169333"/>
          </a:xfrm>
          <a:prstGeom prst="rect">
            <a:avLst/>
          </a:prstGeom>
        </p:spPr>
      </p:pic>
      <p:pic>
        <p:nvPicPr>
          <p:cNvPr id="33" name="confetti-4-shadow" descr="32-confetti-4-shadow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749800" y="3649133"/>
            <a:ext cx="745067" cy="626533"/>
          </a:xfrm>
          <a:prstGeom prst="rect">
            <a:avLst/>
          </a:prstGeom>
        </p:spPr>
      </p:pic>
      <p:pic>
        <p:nvPicPr>
          <p:cNvPr id="34" name="confetti-4" descr="33-confetti-4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003800" y="3903133"/>
            <a:ext cx="237067" cy="118533"/>
          </a:xfrm>
          <a:prstGeom prst="rect">
            <a:avLst/>
          </a:prstGeom>
        </p:spPr>
      </p:pic>
      <p:pic>
        <p:nvPicPr>
          <p:cNvPr id="35" name="confetti-5-shadow" descr="34-confetti-5-shadow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946400" y="3928533"/>
            <a:ext cx="745067" cy="660400"/>
          </a:xfrm>
          <a:prstGeom prst="rect">
            <a:avLst/>
          </a:prstGeom>
        </p:spPr>
      </p:pic>
      <p:pic>
        <p:nvPicPr>
          <p:cNvPr id="36" name="confetti-5" descr="35-confetti-5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200400" y="4182533"/>
            <a:ext cx="237067" cy="152400"/>
          </a:xfrm>
          <a:prstGeom prst="rect">
            <a:avLst/>
          </a:prstGeom>
        </p:spPr>
      </p:pic>
      <p:pic>
        <p:nvPicPr>
          <p:cNvPr id="37" name="confetti-6-shadow" descr="36-confetti-6-shadow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699000" y="3979333"/>
            <a:ext cx="677333" cy="677333"/>
          </a:xfrm>
          <a:prstGeom prst="rect">
            <a:avLst/>
          </a:prstGeom>
        </p:spPr>
      </p:pic>
      <p:pic>
        <p:nvPicPr>
          <p:cNvPr id="38" name="confetti-6" descr="37-confetti-6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953000" y="4233333"/>
            <a:ext cx="169333" cy="169333"/>
          </a:xfrm>
          <a:prstGeom prst="rect">
            <a:avLst/>
          </a:prstGeom>
        </p:spPr>
      </p:pic>
      <p:sp>
        <p:nvSpPr>
          <p:cNvPr id="39" name="headline"/>
          <p:cNvSpPr txBox="1"/>
          <p:nvPr/>
        </p:nvSpPr>
        <p:spPr>
          <a:xfrm>
            <a:off x="2878667" y="5080000"/>
            <a:ext cx="3386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930" i="1">
                <a:solidFill>
                  <a:srgbClr val="22371F"/>
                </a:solidFill>
                <a:latin typeface="EB Garamond"/>
              </a:rPr>
              <a:t>Today we turn 1</a:t>
            </a:r>
          </a:p>
        </p:txBody>
      </p:sp>
      <p:sp>
        <p:nvSpPr>
          <p:cNvPr id="40" name="small-line"/>
          <p:cNvSpPr txBox="1"/>
          <p:nvPr/>
        </p:nvSpPr>
        <p:spPr>
          <a:xfrm>
            <a:off x="2794000" y="7027333"/>
            <a:ext cx="3556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30" i="0">
                <a:solidFill>
                  <a:srgbClr val="156826"/>
                </a:solidFill>
                <a:latin typeface="EB Garamond"/>
              </a:rPr>
              <a:t>One year as a 501(c)(3) nonprofit.</a:t>
            </a:r>
          </a:p>
        </p:txBody>
      </p:sp>
      <p:pic>
        <p:nvPicPr>
          <p:cNvPr id="41" name="logo" descr="40-logo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704667" y="10117667"/>
            <a:ext cx="931333" cy="8043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