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halo" descr="02-ha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677333"/>
            <a:ext cx="7450667" cy="7450667"/>
          </a:xfrm>
          <a:prstGeom prst="rect">
            <a:avLst/>
          </a:prstGeom>
        </p:spPr>
      </p:pic>
      <p:pic>
        <p:nvPicPr>
          <p:cNvPr id="4" name="photo-microscope-santa-fe-shadow" descr="03-photo-microscope-santa-fe-shad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80533"/>
            <a:ext cx="3606800" cy="2980267"/>
          </a:xfrm>
          <a:prstGeom prst="rect">
            <a:avLst/>
          </a:prstGeom>
        </p:spPr>
      </p:pic>
      <p:pic>
        <p:nvPicPr>
          <p:cNvPr id="5" name="photo-microscope-santa-fe" descr="04-photo-microscope-santa-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1439333"/>
            <a:ext cx="2540000" cy="1862667"/>
          </a:xfrm>
          <a:prstGeom prst="rect">
            <a:avLst/>
          </a:prstGeom>
        </p:spPr>
      </p:pic>
      <p:pic>
        <p:nvPicPr>
          <p:cNvPr id="6" name="photo-poppy-field-group-shadow" descr="05-photo-poppy-field-group-shad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7867" y="457200"/>
            <a:ext cx="3776133" cy="3064933"/>
          </a:xfrm>
          <a:prstGeom prst="rect">
            <a:avLst/>
          </a:prstGeom>
        </p:spPr>
      </p:pic>
      <p:pic>
        <p:nvPicPr>
          <p:cNvPr id="7" name="photo-poppy-field-group" descr="06-photo-poppy-field-grou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6667" y="1016000"/>
            <a:ext cx="2794000" cy="1947333"/>
          </a:xfrm>
          <a:prstGeom prst="rect">
            <a:avLst/>
          </a:prstGeom>
        </p:spPr>
      </p:pic>
      <p:pic>
        <p:nvPicPr>
          <p:cNvPr id="8" name="flower-foxglove-shadow" descr="07-flower-foxglove-shado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837267"/>
            <a:ext cx="2260600" cy="4284133"/>
          </a:xfrm>
          <a:prstGeom prst="rect">
            <a:avLst/>
          </a:prstGeom>
        </p:spPr>
      </p:pic>
      <p:pic>
        <p:nvPicPr>
          <p:cNvPr id="9" name="flower-foxglove" descr="08-flower-foxglov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1733" y="2396067"/>
            <a:ext cx="1380067" cy="3166533"/>
          </a:xfrm>
          <a:prstGeom prst="rect">
            <a:avLst/>
          </a:prstGeom>
        </p:spPr>
      </p:pic>
      <p:pic>
        <p:nvPicPr>
          <p:cNvPr id="10" name="photo-high-five-compost-shadow" descr="09-photo-high-five-compost-shado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92867" y="1854200"/>
            <a:ext cx="5096933" cy="5096933"/>
          </a:xfrm>
          <a:prstGeom prst="rect">
            <a:avLst/>
          </a:prstGeom>
        </p:spPr>
      </p:pic>
      <p:pic>
        <p:nvPicPr>
          <p:cNvPr id="11" name="photo-high-five-compost" descr="10-photo-high-five-compos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51667" y="2413000"/>
            <a:ext cx="3979333" cy="3979333"/>
          </a:xfrm>
          <a:prstGeom prst="rect">
            <a:avLst/>
          </a:prstGeom>
        </p:spPr>
      </p:pic>
      <p:pic>
        <p:nvPicPr>
          <p:cNvPr id="12" name="flower-orchid-shadow" descr="11-flower-orchid-shado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21867" y="4969933"/>
            <a:ext cx="3310467" cy="2929467"/>
          </a:xfrm>
          <a:prstGeom prst="rect">
            <a:avLst/>
          </a:prstGeom>
        </p:spPr>
      </p:pic>
      <p:pic>
        <p:nvPicPr>
          <p:cNvPr id="13" name="flower-orchid" descr="12-flower-orchi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80667" y="5528733"/>
            <a:ext cx="2192867" cy="1811867"/>
          </a:xfrm>
          <a:prstGeom prst="rect">
            <a:avLst/>
          </a:prstGeom>
        </p:spPr>
      </p:pic>
      <p:pic>
        <p:nvPicPr>
          <p:cNvPr id="14" name="photo-hands-in-compost-shadow" descr="13-photo-hands-in-compost-shadow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29867" y="3420533"/>
            <a:ext cx="2980267" cy="3572933"/>
          </a:xfrm>
          <a:prstGeom prst="rect">
            <a:avLst/>
          </a:prstGeom>
        </p:spPr>
      </p:pic>
      <p:pic>
        <p:nvPicPr>
          <p:cNvPr id="15" name="photo-hands-in-compost" descr="14-photo-hands-in-compos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88667" y="3979333"/>
            <a:ext cx="1862667" cy="2455333"/>
          </a:xfrm>
          <a:prstGeom prst="rect">
            <a:avLst/>
          </a:prstGeom>
        </p:spPr>
      </p:pic>
      <p:pic>
        <p:nvPicPr>
          <p:cNvPr id="16" name="photo-laughing-at-microscope-shadow" descr="15-photo-laughing-at-microscope-shadow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6533" y="4182533"/>
            <a:ext cx="2810933" cy="2810933"/>
          </a:xfrm>
          <a:prstGeom prst="rect">
            <a:avLst/>
          </a:prstGeom>
        </p:spPr>
      </p:pic>
      <p:pic>
        <p:nvPicPr>
          <p:cNvPr id="17" name="photo-laughing-at-microscope" descr="16-photo-laughing-at-microscop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85333" y="4741333"/>
            <a:ext cx="1693333" cy="1693333"/>
          </a:xfrm>
          <a:prstGeom prst="rect">
            <a:avLst/>
          </a:prstGeom>
        </p:spPr>
      </p:pic>
      <p:pic>
        <p:nvPicPr>
          <p:cNvPr id="18" name="flower-hibiscus-shadow" descr="17-flower-hibiscus-shadow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22400" y="4775200"/>
            <a:ext cx="2743200" cy="2895600"/>
          </a:xfrm>
          <a:prstGeom prst="rect">
            <a:avLst/>
          </a:prstGeom>
        </p:spPr>
      </p:pic>
      <p:pic>
        <p:nvPicPr>
          <p:cNvPr id="19" name="flower-hibiscus" descr="18-flower-hibiscus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81200" y="5334000"/>
            <a:ext cx="1625600" cy="1778000"/>
          </a:xfrm>
          <a:prstGeom prst="rect">
            <a:avLst/>
          </a:prstGeom>
        </p:spPr>
      </p:pic>
      <p:pic>
        <p:nvPicPr>
          <p:cNvPr id="20" name="flower-marigold-shadow" descr="19-flower-marigold-shadow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98267" y="1879600"/>
            <a:ext cx="1845733" cy="2675467"/>
          </a:xfrm>
          <a:prstGeom prst="rect">
            <a:avLst/>
          </a:prstGeom>
        </p:spPr>
      </p:pic>
      <p:pic>
        <p:nvPicPr>
          <p:cNvPr id="21" name="flower-marigold" descr="20-flower-marigol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57067" y="2438400"/>
            <a:ext cx="1041400" cy="1557867"/>
          </a:xfrm>
          <a:prstGeom prst="rect">
            <a:avLst/>
          </a:prstGeom>
        </p:spPr>
      </p:pic>
      <p:pic>
        <p:nvPicPr>
          <p:cNvPr id="22" name="flower-jasmine-shadow" descr="21-flower-jasmine-shadow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13200" y="922867"/>
            <a:ext cx="2802467" cy="2387600"/>
          </a:xfrm>
          <a:prstGeom prst="rect">
            <a:avLst/>
          </a:prstGeom>
        </p:spPr>
      </p:pic>
      <p:pic>
        <p:nvPicPr>
          <p:cNvPr id="23" name="flower-jasmine" descr="22-flower-jasmin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72000" y="1481667"/>
            <a:ext cx="1684867" cy="1270000"/>
          </a:xfrm>
          <a:prstGeom prst="rect">
            <a:avLst/>
          </a:prstGeom>
        </p:spPr>
      </p:pic>
      <p:pic>
        <p:nvPicPr>
          <p:cNvPr id="24" name="candle-glow" descr="23-candle-glow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640667" y="0"/>
            <a:ext cx="2201333" cy="2201333"/>
          </a:xfrm>
          <a:prstGeom prst="rect">
            <a:avLst/>
          </a:prstGeom>
        </p:spPr>
      </p:pic>
      <p:pic>
        <p:nvPicPr>
          <p:cNvPr id="25" name="candle-shadow" descr="24-candle-shadow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928533" y="355600"/>
            <a:ext cx="1625600" cy="3014133"/>
          </a:xfrm>
          <a:prstGeom prst="rect">
            <a:avLst/>
          </a:prstGeom>
        </p:spPr>
      </p:pic>
      <p:pic>
        <p:nvPicPr>
          <p:cNvPr id="26" name="candle" descr="25-candl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334933" y="762000"/>
            <a:ext cx="812800" cy="2201333"/>
          </a:xfrm>
          <a:prstGeom prst="rect">
            <a:avLst/>
          </a:prstGeom>
        </p:spPr>
      </p:pic>
      <p:pic>
        <p:nvPicPr>
          <p:cNvPr id="27" name="confetti-3-shadow" descr="26-confetti-3-shadow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35000" y="1168400"/>
            <a:ext cx="694267" cy="762000"/>
          </a:xfrm>
          <a:prstGeom prst="rect">
            <a:avLst/>
          </a:prstGeom>
        </p:spPr>
      </p:pic>
      <p:pic>
        <p:nvPicPr>
          <p:cNvPr id="28" name="confetti-3" descr="27-confetti-3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89000" y="1422400"/>
            <a:ext cx="186267" cy="254000"/>
          </a:xfrm>
          <a:prstGeom prst="rect">
            <a:avLst/>
          </a:prstGeom>
        </p:spPr>
      </p:pic>
      <p:pic>
        <p:nvPicPr>
          <p:cNvPr id="29" name="confetti-5-shadow" descr="28-confetti-5-shadow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28133" y="5359400"/>
            <a:ext cx="677333" cy="677333"/>
          </a:xfrm>
          <a:prstGeom prst="rect">
            <a:avLst/>
          </a:prstGeom>
        </p:spPr>
      </p:pic>
      <p:pic>
        <p:nvPicPr>
          <p:cNvPr id="30" name="confetti-5" descr="29-confetti-5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82133" y="5613400"/>
            <a:ext cx="169333" cy="169333"/>
          </a:xfrm>
          <a:prstGeom prst="rect">
            <a:avLst/>
          </a:prstGeom>
        </p:spPr>
      </p:pic>
      <p:pic>
        <p:nvPicPr>
          <p:cNvPr id="31" name="confetti-10-shadow" descr="30-confetti-10-shadow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53533" y="5173133"/>
            <a:ext cx="711200" cy="711200"/>
          </a:xfrm>
          <a:prstGeom prst="rect">
            <a:avLst/>
          </a:prstGeom>
        </p:spPr>
      </p:pic>
      <p:pic>
        <p:nvPicPr>
          <p:cNvPr id="32" name="confetti-10" descr="31-confetti-10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07533" y="5427133"/>
            <a:ext cx="203200" cy="203200"/>
          </a:xfrm>
          <a:prstGeom prst="rect">
            <a:avLst/>
          </a:prstGeom>
        </p:spPr>
      </p:pic>
      <p:sp>
        <p:nvSpPr>
          <p:cNvPr id="33" name="headline"/>
          <p:cNvSpPr txBox="1"/>
          <p:nvPr/>
        </p:nvSpPr>
        <p:spPr>
          <a:xfrm>
            <a:off x="762000" y="76200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30" i="1">
                <a:solidFill>
                  <a:srgbClr val="22371F"/>
                </a:solidFill>
                <a:latin typeface="EB Garamond"/>
              </a:rPr>
              <a:t>Today we turn 1</a:t>
            </a:r>
          </a:p>
        </p:txBody>
      </p:sp>
      <p:sp>
        <p:nvSpPr>
          <p:cNvPr id="34" name="small-line"/>
          <p:cNvSpPr txBox="1"/>
          <p:nvPr/>
        </p:nvSpPr>
        <p:spPr>
          <a:xfrm>
            <a:off x="762000" y="8974667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30" i="0">
                <a:solidFill>
                  <a:srgbClr val="156826"/>
                </a:solidFill>
                <a:latin typeface="EB Garamond"/>
              </a:rPr>
              <a:t>One year as a 501(c)(3) nonprofit.</a:t>
            </a:r>
          </a:p>
        </p:txBody>
      </p:sp>
      <p:pic>
        <p:nvPicPr>
          <p:cNvPr id="35" name="flower-poppy-shadow" descr="34-flower-poppy-shadow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6200" y="8754533"/>
            <a:ext cx="2218267" cy="2675467"/>
          </a:xfrm>
          <a:prstGeom prst="rect">
            <a:avLst/>
          </a:prstGeom>
        </p:spPr>
      </p:pic>
      <p:pic>
        <p:nvPicPr>
          <p:cNvPr id="36" name="flower-poppy" descr="35-flower-poppy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35000" y="9313333"/>
            <a:ext cx="1100667" cy="2032000"/>
          </a:xfrm>
          <a:prstGeom prst="rect">
            <a:avLst/>
          </a:prstGeom>
        </p:spPr>
      </p:pic>
      <p:pic>
        <p:nvPicPr>
          <p:cNvPr id="37" name="logo" descr="36-logo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106333" y="10202333"/>
            <a:ext cx="931333" cy="8043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