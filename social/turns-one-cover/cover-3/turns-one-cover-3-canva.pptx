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1143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01-backgroun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11430000"/>
          </a:xfrm>
          <a:prstGeom prst="rect">
            <a:avLst/>
          </a:prstGeom>
        </p:spPr>
      </p:pic>
      <p:pic>
        <p:nvPicPr>
          <p:cNvPr id="3" name="halo" descr="02-ha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9333" y="1947333"/>
            <a:ext cx="6434667" cy="8974667"/>
          </a:xfrm>
          <a:prstGeom prst="rect">
            <a:avLst/>
          </a:prstGeom>
        </p:spPr>
      </p:pic>
      <p:pic>
        <p:nvPicPr>
          <p:cNvPr id="4" name="photo-mentor-microscopes-shadow" descr="03-photo-mentor-microscopes-shad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4533" y="3081867"/>
            <a:ext cx="4504267" cy="6366933"/>
          </a:xfrm>
          <a:prstGeom prst="rect">
            <a:avLst/>
          </a:prstGeom>
        </p:spPr>
      </p:pic>
      <p:pic>
        <p:nvPicPr>
          <p:cNvPr id="5" name="photo-mentor-microscopes" descr="04-photo-mentor-microscope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3333" y="3640667"/>
            <a:ext cx="3386667" cy="5249333"/>
          </a:xfrm>
          <a:prstGeom prst="rect">
            <a:avLst/>
          </a:prstGeom>
        </p:spPr>
      </p:pic>
      <p:pic>
        <p:nvPicPr>
          <p:cNvPr id="6" name="flower-orchid-shadow" descr="05-flower-orchid-shad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40000" y="2319867"/>
            <a:ext cx="3733800" cy="3318933"/>
          </a:xfrm>
          <a:prstGeom prst="rect">
            <a:avLst/>
          </a:prstGeom>
        </p:spPr>
      </p:pic>
      <p:pic>
        <p:nvPicPr>
          <p:cNvPr id="7" name="flower-orchid" descr="06-flower-orchi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98800" y="2878667"/>
            <a:ext cx="2616200" cy="2201333"/>
          </a:xfrm>
          <a:prstGeom prst="rect">
            <a:avLst/>
          </a:prstGeom>
        </p:spPr>
      </p:pic>
      <p:pic>
        <p:nvPicPr>
          <p:cNvPr id="8" name="flower-foxglove-shadow" descr="07-flower-foxglove-shado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91867" y="2523067"/>
            <a:ext cx="2252133" cy="4436533"/>
          </a:xfrm>
          <a:prstGeom prst="rect">
            <a:avLst/>
          </a:prstGeom>
        </p:spPr>
      </p:pic>
      <p:pic>
        <p:nvPicPr>
          <p:cNvPr id="9" name="flower-foxglove" descr="08-flower-foxglov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50667" y="3081867"/>
            <a:ext cx="1346200" cy="3318933"/>
          </a:xfrm>
          <a:prstGeom prst="rect">
            <a:avLst/>
          </a:prstGeom>
        </p:spPr>
      </p:pic>
      <p:pic>
        <p:nvPicPr>
          <p:cNvPr id="10" name="photo-high-five-compost-shadow" descr="09-photo-high-five-compost-shado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867" y="3843867"/>
            <a:ext cx="4504267" cy="3403600"/>
          </a:xfrm>
          <a:prstGeom prst="rect">
            <a:avLst/>
          </a:prstGeom>
        </p:spPr>
      </p:pic>
      <p:pic>
        <p:nvPicPr>
          <p:cNvPr id="11" name="photo-high-five-compost" descr="10-photo-high-five-compos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92667" y="4402667"/>
            <a:ext cx="3386667" cy="2286000"/>
          </a:xfrm>
          <a:prstGeom prst="rect">
            <a:avLst/>
          </a:prstGeom>
        </p:spPr>
      </p:pic>
      <p:pic>
        <p:nvPicPr>
          <p:cNvPr id="12" name="photo-hands-in-compost-shadow" descr="11-photo-hands-in-compost-shadow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96533" y="6468533"/>
            <a:ext cx="3064933" cy="3064933"/>
          </a:xfrm>
          <a:prstGeom prst="rect">
            <a:avLst/>
          </a:prstGeom>
        </p:spPr>
      </p:pic>
      <p:pic>
        <p:nvPicPr>
          <p:cNvPr id="13" name="photo-hands-in-compost" descr="12-photo-hands-in-compos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55333" y="7027333"/>
            <a:ext cx="1947333" cy="1947333"/>
          </a:xfrm>
          <a:prstGeom prst="rect">
            <a:avLst/>
          </a:prstGeom>
        </p:spPr>
      </p:pic>
      <p:pic>
        <p:nvPicPr>
          <p:cNvPr id="14" name="photo-poppy-field-group-shadow" descr="13-photo-poppy-field-group-shadow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0" y="6722533"/>
            <a:ext cx="3860800" cy="3064933"/>
          </a:xfrm>
          <a:prstGeom prst="rect">
            <a:avLst/>
          </a:prstGeom>
        </p:spPr>
      </p:pic>
      <p:pic>
        <p:nvPicPr>
          <p:cNvPr id="15" name="photo-poppy-field-group" descr="14-photo-poppy-field-group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8000" y="7281333"/>
            <a:ext cx="2794000" cy="1947333"/>
          </a:xfrm>
          <a:prstGeom prst="rect">
            <a:avLst/>
          </a:prstGeom>
        </p:spPr>
      </p:pic>
      <p:pic>
        <p:nvPicPr>
          <p:cNvPr id="16" name="photo-laughing-at-microscope-shadow" descr="15-photo-laughing-at-microscope-shadow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859867" y="7907867"/>
            <a:ext cx="3318933" cy="3522133"/>
          </a:xfrm>
          <a:prstGeom prst="rect">
            <a:avLst/>
          </a:prstGeom>
        </p:spPr>
      </p:pic>
      <p:pic>
        <p:nvPicPr>
          <p:cNvPr id="17" name="photo-laughing-at-microscope" descr="16-photo-laughing-at-microscope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418667" y="8466667"/>
            <a:ext cx="2201333" cy="2540000"/>
          </a:xfrm>
          <a:prstGeom prst="rect">
            <a:avLst/>
          </a:prstGeom>
        </p:spPr>
      </p:pic>
      <p:pic>
        <p:nvPicPr>
          <p:cNvPr id="18" name="flower-hibiscus-shadow" descr="17-flower-hibiscus-shadow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925733" y="8703733"/>
            <a:ext cx="2218267" cy="2726267"/>
          </a:xfrm>
          <a:prstGeom prst="rect">
            <a:avLst/>
          </a:prstGeom>
        </p:spPr>
      </p:pic>
      <p:pic>
        <p:nvPicPr>
          <p:cNvPr id="19" name="flower-hibiscus" descr="18-flower-hibiscus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484533" y="9262533"/>
            <a:ext cx="1617133" cy="1794933"/>
          </a:xfrm>
          <a:prstGeom prst="rect">
            <a:avLst/>
          </a:prstGeom>
        </p:spPr>
      </p:pic>
      <p:pic>
        <p:nvPicPr>
          <p:cNvPr id="20" name="flower-marigold-shadow" descr="19-flower-marigold-shadow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337733" y="8661400"/>
            <a:ext cx="2226733" cy="2768600"/>
          </a:xfrm>
          <a:prstGeom prst="rect">
            <a:avLst/>
          </a:prstGeom>
        </p:spPr>
      </p:pic>
      <p:pic>
        <p:nvPicPr>
          <p:cNvPr id="21" name="flower-marigold" descr="20-flower-marigol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896533" y="9220200"/>
            <a:ext cx="1109133" cy="1710267"/>
          </a:xfrm>
          <a:prstGeom prst="rect">
            <a:avLst/>
          </a:prstGeom>
        </p:spPr>
      </p:pic>
      <p:pic>
        <p:nvPicPr>
          <p:cNvPr id="22" name="flower-jasmine-shadow" descr="21-flower-jasmine-shadow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2997200" y="6172200"/>
            <a:ext cx="2802467" cy="2387600"/>
          </a:xfrm>
          <a:prstGeom prst="rect">
            <a:avLst/>
          </a:prstGeom>
        </p:spPr>
      </p:pic>
      <p:pic>
        <p:nvPicPr>
          <p:cNvPr id="23" name="flower-jasmine" descr="22-flower-jasmine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3556000" y="6731000"/>
            <a:ext cx="1684867" cy="1270000"/>
          </a:xfrm>
          <a:prstGeom prst="rect">
            <a:avLst/>
          </a:prstGeom>
        </p:spPr>
      </p:pic>
      <p:pic>
        <p:nvPicPr>
          <p:cNvPr id="24" name="flower-poppy-shadow" descr="23-flower-poppy-shadow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3479800" y="8788400"/>
            <a:ext cx="2269067" cy="2641600"/>
          </a:xfrm>
          <a:prstGeom prst="rect">
            <a:avLst/>
          </a:prstGeom>
        </p:spPr>
      </p:pic>
      <p:pic>
        <p:nvPicPr>
          <p:cNvPr id="25" name="flower-poppy" descr="24-flower-poppy.png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038600" y="9347200"/>
            <a:ext cx="1151467" cy="2082800"/>
          </a:xfrm>
          <a:prstGeom prst="rect">
            <a:avLst/>
          </a:prstGeom>
        </p:spPr>
      </p:pic>
      <p:pic>
        <p:nvPicPr>
          <p:cNvPr id="26" name="candle-glow" descr="25-candle-glow.png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6519333" y="931333"/>
            <a:ext cx="2201333" cy="2201333"/>
          </a:xfrm>
          <a:prstGeom prst="rect">
            <a:avLst/>
          </a:prstGeom>
        </p:spPr>
      </p:pic>
      <p:pic>
        <p:nvPicPr>
          <p:cNvPr id="27" name="candle-shadow" descr="26-candle-shadow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6807200" y="1202267"/>
            <a:ext cx="1625600" cy="3183467"/>
          </a:xfrm>
          <a:prstGeom prst="rect">
            <a:avLst/>
          </a:prstGeom>
        </p:spPr>
      </p:pic>
      <p:pic>
        <p:nvPicPr>
          <p:cNvPr id="28" name="candle" descr="27-candle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7213600" y="1608667"/>
            <a:ext cx="812800" cy="2370667"/>
          </a:xfrm>
          <a:prstGeom prst="rect">
            <a:avLst/>
          </a:prstGeom>
        </p:spPr>
      </p:pic>
      <p:pic>
        <p:nvPicPr>
          <p:cNvPr id="29" name="confetti-1-shadow" descr="28-confetti-1-shadow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7382933" y="2480733"/>
            <a:ext cx="711200" cy="762000"/>
          </a:xfrm>
          <a:prstGeom prst="rect">
            <a:avLst/>
          </a:prstGeom>
        </p:spPr>
      </p:pic>
      <p:pic>
        <p:nvPicPr>
          <p:cNvPr id="30" name="confetti-1" descr="29-confetti-1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7636933" y="2734733"/>
            <a:ext cx="203200" cy="254000"/>
          </a:xfrm>
          <a:prstGeom prst="rect">
            <a:avLst/>
          </a:prstGeom>
        </p:spPr>
      </p:pic>
      <p:pic>
        <p:nvPicPr>
          <p:cNvPr id="31" name="confetti-2-shadow" descr="30-confetti-2-shadow.png"/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7569200" y="719667"/>
            <a:ext cx="660400" cy="745067"/>
          </a:xfrm>
          <a:prstGeom prst="rect">
            <a:avLst/>
          </a:prstGeom>
        </p:spPr>
      </p:pic>
      <p:pic>
        <p:nvPicPr>
          <p:cNvPr id="32" name="confetti-2" descr="31-confetti-2.png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7823200" y="973667"/>
            <a:ext cx="152400" cy="237067"/>
          </a:xfrm>
          <a:prstGeom prst="rect">
            <a:avLst/>
          </a:prstGeom>
        </p:spPr>
      </p:pic>
      <p:pic>
        <p:nvPicPr>
          <p:cNvPr id="33" name="confetti-3-shadow" descr="32-confetti-3-shadow.png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8365067" y="2082800"/>
            <a:ext cx="660400" cy="660400"/>
          </a:xfrm>
          <a:prstGeom prst="rect">
            <a:avLst/>
          </a:prstGeom>
        </p:spPr>
      </p:pic>
      <p:pic>
        <p:nvPicPr>
          <p:cNvPr id="34" name="confetti-3" descr="33-confetti-3.png"/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8619067" y="2336800"/>
            <a:ext cx="152400" cy="152400"/>
          </a:xfrm>
          <a:prstGeom prst="rect">
            <a:avLst/>
          </a:prstGeom>
        </p:spPr>
      </p:pic>
      <p:pic>
        <p:nvPicPr>
          <p:cNvPr id="35" name="confetti-4-shadow" descr="34-confetti-4-shadow.png"/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7780867" y="465667"/>
            <a:ext cx="643467" cy="643467"/>
          </a:xfrm>
          <a:prstGeom prst="rect">
            <a:avLst/>
          </a:prstGeom>
        </p:spPr>
      </p:pic>
      <p:pic>
        <p:nvPicPr>
          <p:cNvPr id="36" name="confetti-4" descr="35-confetti-4.png"/>
          <p:cNvPicPr>
            <a:picLocks noChangeAspect="1"/>
          </p:cNvPicPr>
          <p:nvPr/>
        </p:nvPicPr>
        <p:blipFill>
          <a:blip r:embed="rId36"/>
          <a:stretch>
            <a:fillRect/>
          </a:stretch>
        </p:blipFill>
        <p:spPr>
          <a:xfrm>
            <a:off x="8034867" y="719667"/>
            <a:ext cx="135467" cy="135467"/>
          </a:xfrm>
          <a:prstGeom prst="rect">
            <a:avLst/>
          </a:prstGeom>
        </p:spPr>
      </p:pic>
      <p:pic>
        <p:nvPicPr>
          <p:cNvPr id="37" name="confetti-5-shadow" descr="36-confetti-5-shadow.png"/>
          <p:cNvPicPr>
            <a:picLocks noChangeAspect="1"/>
          </p:cNvPicPr>
          <p:nvPr/>
        </p:nvPicPr>
        <p:blipFill>
          <a:blip r:embed="rId37"/>
          <a:stretch>
            <a:fillRect/>
          </a:stretch>
        </p:blipFill>
        <p:spPr>
          <a:xfrm>
            <a:off x="5393267" y="1811867"/>
            <a:ext cx="762000" cy="660400"/>
          </a:xfrm>
          <a:prstGeom prst="rect">
            <a:avLst/>
          </a:prstGeom>
        </p:spPr>
      </p:pic>
      <p:pic>
        <p:nvPicPr>
          <p:cNvPr id="38" name="confetti-5" descr="37-confetti-5.png"/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5647267" y="2065867"/>
            <a:ext cx="254000" cy="152400"/>
          </a:xfrm>
          <a:prstGeom prst="rect">
            <a:avLst/>
          </a:prstGeom>
        </p:spPr>
      </p:pic>
      <p:pic>
        <p:nvPicPr>
          <p:cNvPr id="39" name="confetti-6-shadow" descr="38-confetti-6-shadow.png"/>
          <p:cNvPicPr>
            <a:picLocks noChangeAspect="1"/>
          </p:cNvPicPr>
          <p:nvPr/>
        </p:nvPicPr>
        <p:blipFill>
          <a:blip r:embed="rId39"/>
          <a:stretch>
            <a:fillRect/>
          </a:stretch>
        </p:blipFill>
        <p:spPr>
          <a:xfrm>
            <a:off x="6629400" y="397933"/>
            <a:ext cx="677333" cy="677333"/>
          </a:xfrm>
          <a:prstGeom prst="rect">
            <a:avLst/>
          </a:prstGeom>
        </p:spPr>
      </p:pic>
      <p:pic>
        <p:nvPicPr>
          <p:cNvPr id="40" name="confetti-6" descr="39-confetti-6.png"/>
          <p:cNvPicPr>
            <a:picLocks noChangeAspect="1"/>
          </p:cNvPicPr>
          <p:nvPr/>
        </p:nvPicPr>
        <p:blipFill>
          <a:blip r:embed="rId40"/>
          <a:stretch>
            <a:fillRect/>
          </a:stretch>
        </p:blipFill>
        <p:spPr>
          <a:xfrm>
            <a:off x="6883400" y="651933"/>
            <a:ext cx="169333" cy="169333"/>
          </a:xfrm>
          <a:prstGeom prst="rect">
            <a:avLst/>
          </a:prstGeom>
        </p:spPr>
      </p:pic>
      <p:pic>
        <p:nvPicPr>
          <p:cNvPr id="41" name="confetti-7-shadow" descr="40-confetti-7-shadow.png"/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6985000" y="2463800"/>
            <a:ext cx="677333" cy="677333"/>
          </a:xfrm>
          <a:prstGeom prst="rect">
            <a:avLst/>
          </a:prstGeom>
        </p:spPr>
      </p:pic>
      <p:pic>
        <p:nvPicPr>
          <p:cNvPr id="42" name="confetti-7" descr="41-confetti-7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7239000" y="2717800"/>
            <a:ext cx="169333" cy="169333"/>
          </a:xfrm>
          <a:prstGeom prst="rect">
            <a:avLst/>
          </a:prstGeom>
        </p:spPr>
      </p:pic>
      <p:pic>
        <p:nvPicPr>
          <p:cNvPr id="43" name="confetti-8-shadow" descr="42-confetti-8-shadow.png"/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5122333" y="355600"/>
            <a:ext cx="745067" cy="762000"/>
          </a:xfrm>
          <a:prstGeom prst="rect">
            <a:avLst/>
          </a:prstGeom>
        </p:spPr>
      </p:pic>
      <p:pic>
        <p:nvPicPr>
          <p:cNvPr id="44" name="confetti-8" descr="43-confetti-8.png"/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5376333" y="609600"/>
            <a:ext cx="237067" cy="254000"/>
          </a:xfrm>
          <a:prstGeom prst="rect">
            <a:avLst/>
          </a:prstGeom>
        </p:spPr>
      </p:pic>
      <p:sp>
        <p:nvSpPr>
          <p:cNvPr id="45" name="headline"/>
          <p:cNvSpPr txBox="1"/>
          <p:nvPr/>
        </p:nvSpPr>
        <p:spPr>
          <a:xfrm>
            <a:off x="592667" y="1016000"/>
            <a:ext cx="4402667" cy="254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0" i="1">
                <a:solidFill>
                  <a:srgbClr val="22371F"/>
                </a:solidFill>
                <a:latin typeface="EB Garamond"/>
              </a:rPr>
              <a:t>Today we turn 1</a:t>
            </a:r>
          </a:p>
        </p:txBody>
      </p:sp>
      <p:sp>
        <p:nvSpPr>
          <p:cNvPr id="46" name="small-line"/>
          <p:cNvSpPr txBox="1"/>
          <p:nvPr/>
        </p:nvSpPr>
        <p:spPr>
          <a:xfrm>
            <a:off x="626533" y="3386667"/>
            <a:ext cx="4402667" cy="50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70" i="0">
                <a:solidFill>
                  <a:srgbClr val="156826"/>
                </a:solidFill>
                <a:latin typeface="EB Garamond"/>
              </a:rPr>
              <a:t>One year as a 501(c)(3) nonprofit.</a:t>
            </a:r>
          </a:p>
        </p:txBody>
      </p:sp>
      <p:pic>
        <p:nvPicPr>
          <p:cNvPr id="47" name="logo" descr="46-logo.png"/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592667" y="10117667"/>
            <a:ext cx="931333" cy="80433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