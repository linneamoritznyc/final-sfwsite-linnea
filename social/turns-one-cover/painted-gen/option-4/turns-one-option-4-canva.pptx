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inting" descr="01-pain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667" y="592667"/>
            <a:ext cx="846667" cy="73660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2455333" y="1862667"/>
            <a:ext cx="423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7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5" name="small-line"/>
          <p:cNvSpPr txBox="1"/>
          <p:nvPr/>
        </p:nvSpPr>
        <p:spPr>
          <a:xfrm>
            <a:off x="2455333" y="3979333"/>
            <a:ext cx="4233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30" i="0">
                <a:solidFill>
                  <a:srgbClr val="4F3433"/>
                </a:solidFill>
                <a:latin typeface="EB Garamond"/>
              </a:rPr>
              <a:t>One year as a 501(c)(3) nonprofit.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